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1"/>
  </p:notesMasterIdLst>
  <p:sldIdLst>
    <p:sldId id="422" r:id="rId5"/>
    <p:sldId id="463" r:id="rId6"/>
    <p:sldId id="464" r:id="rId7"/>
    <p:sldId id="466" r:id="rId8"/>
    <p:sldId id="465" r:id="rId9"/>
    <p:sldId id="459" r:id="rId10"/>
    <p:sldId id="457" r:id="rId11"/>
    <p:sldId id="456" r:id="rId12"/>
    <p:sldId id="401" r:id="rId13"/>
    <p:sldId id="402" r:id="rId14"/>
    <p:sldId id="403" r:id="rId15"/>
    <p:sldId id="404" r:id="rId16"/>
    <p:sldId id="405" r:id="rId17"/>
    <p:sldId id="406" r:id="rId18"/>
    <p:sldId id="461" r:id="rId19"/>
    <p:sldId id="455" r:id="rId20"/>
    <p:sldId id="410" r:id="rId21"/>
    <p:sldId id="413" r:id="rId22"/>
    <p:sldId id="414" r:id="rId23"/>
    <p:sldId id="417" r:id="rId24"/>
    <p:sldId id="407" r:id="rId25"/>
    <p:sldId id="408" r:id="rId26"/>
    <p:sldId id="409" r:id="rId27"/>
    <p:sldId id="418" r:id="rId28"/>
    <p:sldId id="453" r:id="rId29"/>
    <p:sldId id="45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78" autoAdjust="0"/>
    <p:restoredTop sz="70322"/>
  </p:normalViewPr>
  <p:slideViewPr>
    <p:cSldViewPr snapToGrid="0" snapToObjects="1" showGuides="1">
      <p:cViewPr varScale="1">
        <p:scale>
          <a:sx n="141" d="100"/>
          <a:sy n="141" d="100"/>
        </p:scale>
        <p:origin x="2768" y="192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7BD615-15B7-4F83-B0E5-B146EE9D500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76F260-806D-47AD-BB79-783910B90EC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Please follow the steps in the notes section under the slides carefully.</a:t>
          </a:r>
        </a:p>
      </dgm:t>
    </dgm:pt>
    <dgm:pt modelId="{DA2A365D-E4D0-468D-8332-58C5C7A580B2}" type="parTrans" cxnId="{E3CC7A68-A7F7-4C2A-873B-3E153972F958}">
      <dgm:prSet/>
      <dgm:spPr/>
      <dgm:t>
        <a:bodyPr/>
        <a:lstStyle/>
        <a:p>
          <a:endParaRPr lang="en-US"/>
        </a:p>
      </dgm:t>
    </dgm:pt>
    <dgm:pt modelId="{16137E04-EAC3-474A-86F7-03AC59365EFC}" type="sibTrans" cxnId="{E3CC7A68-A7F7-4C2A-873B-3E153972F958}">
      <dgm:prSet/>
      <dgm:spPr/>
      <dgm:t>
        <a:bodyPr/>
        <a:lstStyle/>
        <a:p>
          <a:endParaRPr lang="en-US"/>
        </a:p>
      </dgm:t>
    </dgm:pt>
    <dgm:pt modelId="{E72A4B9F-08C1-4239-8195-2D59ED9CD61F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Delete the slides or placeholders you do not wish to include in your presentation.</a:t>
          </a:r>
        </a:p>
      </dgm:t>
    </dgm:pt>
    <dgm:pt modelId="{ECFD74A7-131E-4316-972C-6F91D4DAF819}" type="parTrans" cxnId="{AED5222C-1A17-4811-9B89-5DF00A8BD46E}">
      <dgm:prSet/>
      <dgm:spPr/>
      <dgm:t>
        <a:bodyPr/>
        <a:lstStyle/>
        <a:p>
          <a:endParaRPr lang="en-US"/>
        </a:p>
      </dgm:t>
    </dgm:pt>
    <dgm:pt modelId="{D9E21E90-7DC8-4B9F-8124-101B93DD1910}" type="sibTrans" cxnId="{AED5222C-1A17-4811-9B89-5DF00A8BD46E}">
      <dgm:prSet/>
      <dgm:spPr/>
      <dgm:t>
        <a:bodyPr/>
        <a:lstStyle/>
        <a:p>
          <a:endParaRPr lang="en-US"/>
        </a:p>
      </dgm:t>
    </dgm:pt>
    <dgm:pt modelId="{43D7C827-75C1-4EC0-BD90-F05B08F464F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More slides can be added from the </a:t>
          </a:r>
          <a:br>
            <a:rPr lang="en-US" sz="1600" dirty="0"/>
          </a:br>
          <a:r>
            <a:rPr lang="en-US" sz="1600" b="1" dirty="0"/>
            <a:t>Insert</a:t>
          </a:r>
          <a:r>
            <a:rPr lang="en-US" sz="1600" dirty="0"/>
            <a:t> &gt; </a:t>
          </a:r>
          <a:r>
            <a:rPr lang="en-US" sz="1600" b="1" dirty="0"/>
            <a:t>New Slide </a:t>
          </a:r>
          <a:r>
            <a:rPr lang="en-US" sz="1600" dirty="0"/>
            <a:t>option.</a:t>
          </a:r>
        </a:p>
      </dgm:t>
    </dgm:pt>
    <dgm:pt modelId="{5C1EC363-19BA-4A4D-82B1-C04ABF7B1B72}" type="parTrans" cxnId="{D540662E-8EBD-41BF-8CCB-85F73CD964A0}">
      <dgm:prSet/>
      <dgm:spPr/>
      <dgm:t>
        <a:bodyPr/>
        <a:lstStyle/>
        <a:p>
          <a:endParaRPr lang="en-US"/>
        </a:p>
      </dgm:t>
    </dgm:pt>
    <dgm:pt modelId="{78E7C532-3247-4CBB-93BE-DEBAA38E0B7A}" type="sibTrans" cxnId="{D540662E-8EBD-41BF-8CCB-85F73CD964A0}">
      <dgm:prSet/>
      <dgm:spPr/>
      <dgm:t>
        <a:bodyPr/>
        <a:lstStyle/>
        <a:p>
          <a:endParaRPr lang="en-US"/>
        </a:p>
      </dgm:t>
    </dgm:pt>
    <dgm:pt modelId="{6C4BE408-94D7-4218-BB7D-3B690BBEDCC0}" type="pres">
      <dgm:prSet presAssocID="{137BD615-15B7-4F83-B0E5-B146EE9D5009}" presName="root" presStyleCnt="0">
        <dgm:presLayoutVars>
          <dgm:dir/>
          <dgm:resizeHandles val="exact"/>
        </dgm:presLayoutVars>
      </dgm:prSet>
      <dgm:spPr/>
    </dgm:pt>
    <dgm:pt modelId="{86DEBA6F-5314-4C0C-AA37-7128E0FC16AE}" type="pres">
      <dgm:prSet presAssocID="{9676F260-806D-47AD-BB79-783910B90ECA}" presName="compNode" presStyleCnt="0"/>
      <dgm:spPr/>
    </dgm:pt>
    <dgm:pt modelId="{B0BDFFF4-93BE-4F78-BCDE-6DA6CDBF431C}" type="pres">
      <dgm:prSet presAssocID="{9676F260-806D-47AD-BB79-783910B90E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74DD48D-CFD0-4C85-B671-4894777B81A6}" type="pres">
      <dgm:prSet presAssocID="{9676F260-806D-47AD-BB79-783910B90ECA}" presName="spaceRect" presStyleCnt="0"/>
      <dgm:spPr/>
    </dgm:pt>
    <dgm:pt modelId="{B6DB72CD-F00B-4FA0-A94C-BC3D3691CB9D}" type="pres">
      <dgm:prSet presAssocID="{9676F260-806D-47AD-BB79-783910B90ECA}" presName="textRect" presStyleLbl="revTx" presStyleIdx="0" presStyleCnt="3">
        <dgm:presLayoutVars>
          <dgm:chMax val="1"/>
          <dgm:chPref val="1"/>
        </dgm:presLayoutVars>
      </dgm:prSet>
      <dgm:spPr/>
    </dgm:pt>
    <dgm:pt modelId="{65500136-B3AD-46CE-921E-B3C1ED79741C}" type="pres">
      <dgm:prSet presAssocID="{16137E04-EAC3-474A-86F7-03AC59365EFC}" presName="sibTrans" presStyleCnt="0"/>
      <dgm:spPr/>
    </dgm:pt>
    <dgm:pt modelId="{222CE436-70CB-42A1-816A-83646CDA4DF1}" type="pres">
      <dgm:prSet presAssocID="{E72A4B9F-08C1-4239-8195-2D59ED9CD61F}" presName="compNode" presStyleCnt="0"/>
      <dgm:spPr/>
    </dgm:pt>
    <dgm:pt modelId="{AF6DC2C1-340C-4AD8-991C-2D7D30C508B6}" type="pres">
      <dgm:prSet presAssocID="{E72A4B9F-08C1-4239-8195-2D59ED9CD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bish"/>
        </a:ext>
      </dgm:extLst>
    </dgm:pt>
    <dgm:pt modelId="{CCCFF999-ACB1-4359-ACCC-DF612B8E012F}" type="pres">
      <dgm:prSet presAssocID="{E72A4B9F-08C1-4239-8195-2D59ED9CD61F}" presName="spaceRect" presStyleCnt="0"/>
      <dgm:spPr/>
    </dgm:pt>
    <dgm:pt modelId="{68837634-236D-4DE0-84B4-D53FAD895F6A}" type="pres">
      <dgm:prSet presAssocID="{E72A4B9F-08C1-4239-8195-2D59ED9CD61F}" presName="textRect" presStyleLbl="revTx" presStyleIdx="1" presStyleCnt="3" custScaleX="98539">
        <dgm:presLayoutVars>
          <dgm:chMax val="1"/>
          <dgm:chPref val="1"/>
        </dgm:presLayoutVars>
      </dgm:prSet>
      <dgm:spPr/>
    </dgm:pt>
    <dgm:pt modelId="{F762A0E0-9D80-4CE1-B83B-EBF1FF9E851B}" type="pres">
      <dgm:prSet presAssocID="{D9E21E90-7DC8-4B9F-8124-101B93DD1910}" presName="sibTrans" presStyleCnt="0"/>
      <dgm:spPr/>
    </dgm:pt>
    <dgm:pt modelId="{01596584-7C1E-43E9-9356-2FD1DEE9C6AB}" type="pres">
      <dgm:prSet presAssocID="{43D7C827-75C1-4EC0-BD90-F05B08F464F2}" presName="compNode" presStyleCnt="0"/>
      <dgm:spPr/>
    </dgm:pt>
    <dgm:pt modelId="{3A1CCED5-A4BE-46D8-8B03-3D315004EB8F}" type="pres">
      <dgm:prSet presAssocID="{43D7C827-75C1-4EC0-BD90-F05B08F464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913932C2-8537-48F0-BAA5-4B658E7BF2E5}" type="pres">
      <dgm:prSet presAssocID="{43D7C827-75C1-4EC0-BD90-F05B08F464F2}" presName="spaceRect" presStyleCnt="0"/>
      <dgm:spPr/>
    </dgm:pt>
    <dgm:pt modelId="{6ADD3661-AB08-4955-9FFA-CCA8E607D360}" type="pres">
      <dgm:prSet presAssocID="{43D7C827-75C1-4EC0-BD90-F05B08F464F2}" presName="textRect" presStyleLbl="revTx" presStyleIdx="2" presStyleCnt="3" custScaleX="86180">
        <dgm:presLayoutVars>
          <dgm:chMax val="1"/>
          <dgm:chPref val="1"/>
        </dgm:presLayoutVars>
      </dgm:prSet>
      <dgm:spPr/>
    </dgm:pt>
  </dgm:ptLst>
  <dgm:cxnLst>
    <dgm:cxn modelId="{A9FC2C2B-1670-47C4-B360-7B3969C88FC3}" type="presOf" srcId="{9676F260-806D-47AD-BB79-783910B90ECA}" destId="{B6DB72CD-F00B-4FA0-A94C-BC3D3691CB9D}" srcOrd="0" destOrd="0" presId="urn:microsoft.com/office/officeart/2018/2/layout/IconLabelList"/>
    <dgm:cxn modelId="{AED5222C-1A17-4811-9B89-5DF00A8BD46E}" srcId="{137BD615-15B7-4F83-B0E5-B146EE9D5009}" destId="{E72A4B9F-08C1-4239-8195-2D59ED9CD61F}" srcOrd="1" destOrd="0" parTransId="{ECFD74A7-131E-4316-972C-6F91D4DAF819}" sibTransId="{D9E21E90-7DC8-4B9F-8124-101B93DD1910}"/>
    <dgm:cxn modelId="{D540662E-8EBD-41BF-8CCB-85F73CD964A0}" srcId="{137BD615-15B7-4F83-B0E5-B146EE9D5009}" destId="{43D7C827-75C1-4EC0-BD90-F05B08F464F2}" srcOrd="2" destOrd="0" parTransId="{5C1EC363-19BA-4A4D-82B1-C04ABF7B1B72}" sibTransId="{78E7C532-3247-4CBB-93BE-DEBAA38E0B7A}"/>
    <dgm:cxn modelId="{E619F460-7A3D-402C-BACB-CF2689BBB679}" type="presOf" srcId="{137BD615-15B7-4F83-B0E5-B146EE9D5009}" destId="{6C4BE408-94D7-4218-BB7D-3B690BBEDCC0}" srcOrd="0" destOrd="0" presId="urn:microsoft.com/office/officeart/2018/2/layout/IconLabelList"/>
    <dgm:cxn modelId="{E3CC7A68-A7F7-4C2A-873B-3E153972F958}" srcId="{137BD615-15B7-4F83-B0E5-B146EE9D5009}" destId="{9676F260-806D-47AD-BB79-783910B90ECA}" srcOrd="0" destOrd="0" parTransId="{DA2A365D-E4D0-468D-8332-58C5C7A580B2}" sibTransId="{16137E04-EAC3-474A-86F7-03AC59365EFC}"/>
    <dgm:cxn modelId="{7E1A7FB6-187D-47E3-B387-974096DEDB93}" type="presOf" srcId="{E72A4B9F-08C1-4239-8195-2D59ED9CD61F}" destId="{68837634-236D-4DE0-84B4-D53FAD895F6A}" srcOrd="0" destOrd="0" presId="urn:microsoft.com/office/officeart/2018/2/layout/IconLabelList"/>
    <dgm:cxn modelId="{B01118D1-E2FD-4C34-B4F1-EBE838809A0C}" type="presOf" srcId="{43D7C827-75C1-4EC0-BD90-F05B08F464F2}" destId="{6ADD3661-AB08-4955-9FFA-CCA8E607D360}" srcOrd="0" destOrd="0" presId="urn:microsoft.com/office/officeart/2018/2/layout/IconLabelList"/>
    <dgm:cxn modelId="{39B354F2-9EAA-4FC6-AF01-275CC6CE107C}" type="presParOf" srcId="{6C4BE408-94D7-4218-BB7D-3B690BBEDCC0}" destId="{86DEBA6F-5314-4C0C-AA37-7128E0FC16AE}" srcOrd="0" destOrd="0" presId="urn:microsoft.com/office/officeart/2018/2/layout/IconLabelList"/>
    <dgm:cxn modelId="{3840E233-0B36-47E9-B0C1-69389D11CE44}" type="presParOf" srcId="{86DEBA6F-5314-4C0C-AA37-7128E0FC16AE}" destId="{B0BDFFF4-93BE-4F78-BCDE-6DA6CDBF431C}" srcOrd="0" destOrd="0" presId="urn:microsoft.com/office/officeart/2018/2/layout/IconLabelList"/>
    <dgm:cxn modelId="{90C7A032-0DA9-4B78-B062-588F0032611E}" type="presParOf" srcId="{86DEBA6F-5314-4C0C-AA37-7128E0FC16AE}" destId="{274DD48D-CFD0-4C85-B671-4894777B81A6}" srcOrd="1" destOrd="0" presId="urn:microsoft.com/office/officeart/2018/2/layout/IconLabelList"/>
    <dgm:cxn modelId="{CF502D62-4E9E-41F1-8BF3-226C425F09FE}" type="presParOf" srcId="{86DEBA6F-5314-4C0C-AA37-7128E0FC16AE}" destId="{B6DB72CD-F00B-4FA0-A94C-BC3D3691CB9D}" srcOrd="2" destOrd="0" presId="urn:microsoft.com/office/officeart/2018/2/layout/IconLabelList"/>
    <dgm:cxn modelId="{54E82293-6BFC-406B-B1C0-8F60423C65C3}" type="presParOf" srcId="{6C4BE408-94D7-4218-BB7D-3B690BBEDCC0}" destId="{65500136-B3AD-46CE-921E-B3C1ED79741C}" srcOrd="1" destOrd="0" presId="urn:microsoft.com/office/officeart/2018/2/layout/IconLabelList"/>
    <dgm:cxn modelId="{98E225BB-1954-45C3-938B-1C7A0B952FE6}" type="presParOf" srcId="{6C4BE408-94D7-4218-BB7D-3B690BBEDCC0}" destId="{222CE436-70CB-42A1-816A-83646CDA4DF1}" srcOrd="2" destOrd="0" presId="urn:microsoft.com/office/officeart/2018/2/layout/IconLabelList"/>
    <dgm:cxn modelId="{F9106F36-EDB9-4FD4-8108-0824B0D611AE}" type="presParOf" srcId="{222CE436-70CB-42A1-816A-83646CDA4DF1}" destId="{AF6DC2C1-340C-4AD8-991C-2D7D30C508B6}" srcOrd="0" destOrd="0" presId="urn:microsoft.com/office/officeart/2018/2/layout/IconLabelList"/>
    <dgm:cxn modelId="{8B9F3565-84FF-407E-BCD0-838A66163884}" type="presParOf" srcId="{222CE436-70CB-42A1-816A-83646CDA4DF1}" destId="{CCCFF999-ACB1-4359-ACCC-DF612B8E012F}" srcOrd="1" destOrd="0" presId="urn:microsoft.com/office/officeart/2018/2/layout/IconLabelList"/>
    <dgm:cxn modelId="{AB94CF38-052D-48E8-A0BF-A60F35051059}" type="presParOf" srcId="{222CE436-70CB-42A1-816A-83646CDA4DF1}" destId="{68837634-236D-4DE0-84B4-D53FAD895F6A}" srcOrd="2" destOrd="0" presId="urn:microsoft.com/office/officeart/2018/2/layout/IconLabelList"/>
    <dgm:cxn modelId="{CC10657D-82FC-4C30-B9FD-E05670ABDA48}" type="presParOf" srcId="{6C4BE408-94D7-4218-BB7D-3B690BBEDCC0}" destId="{F762A0E0-9D80-4CE1-B83B-EBF1FF9E851B}" srcOrd="3" destOrd="0" presId="urn:microsoft.com/office/officeart/2018/2/layout/IconLabelList"/>
    <dgm:cxn modelId="{C143FB1A-8F9F-40F3-9D78-79DC90C0EC36}" type="presParOf" srcId="{6C4BE408-94D7-4218-BB7D-3B690BBEDCC0}" destId="{01596584-7C1E-43E9-9356-2FD1DEE9C6AB}" srcOrd="4" destOrd="0" presId="urn:microsoft.com/office/officeart/2018/2/layout/IconLabelList"/>
    <dgm:cxn modelId="{AA3A31CA-1661-4939-A069-FAE016F52E14}" type="presParOf" srcId="{01596584-7C1E-43E9-9356-2FD1DEE9C6AB}" destId="{3A1CCED5-A4BE-46D8-8B03-3D315004EB8F}" srcOrd="0" destOrd="0" presId="urn:microsoft.com/office/officeart/2018/2/layout/IconLabelList"/>
    <dgm:cxn modelId="{52D754FD-1E22-4CCF-B8D0-35067B65F8D7}" type="presParOf" srcId="{01596584-7C1E-43E9-9356-2FD1DEE9C6AB}" destId="{913932C2-8537-48F0-BAA5-4B658E7BF2E5}" srcOrd="1" destOrd="0" presId="urn:microsoft.com/office/officeart/2018/2/layout/IconLabelList"/>
    <dgm:cxn modelId="{B0FA3E95-30E5-4CD9-9349-FD075DF097EF}" type="presParOf" srcId="{01596584-7C1E-43E9-9356-2FD1DEE9C6AB}" destId="{6ADD3661-AB08-4955-9FFA-CCA8E607D3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DFFF4-93BE-4F78-BCDE-6DA6CDBF431C}">
      <dsp:nvSpPr>
        <dsp:cNvPr id="0" name=""/>
        <dsp:cNvSpPr/>
      </dsp:nvSpPr>
      <dsp:spPr>
        <a:xfrm>
          <a:off x="617735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B72CD-F00B-4FA0-A94C-BC3D3691CB9D}">
      <dsp:nvSpPr>
        <dsp:cNvPr id="0" name=""/>
        <dsp:cNvSpPr/>
      </dsp:nvSpPr>
      <dsp:spPr>
        <a:xfrm>
          <a:off x="80586" y="1783268"/>
          <a:ext cx="1953269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Please follow the steps in the notes section under the slides carefully.</a:t>
          </a:r>
        </a:p>
      </dsp:txBody>
      <dsp:txXfrm>
        <a:off x="80586" y="1783268"/>
        <a:ext cx="1953269" cy="945000"/>
      </dsp:txXfrm>
    </dsp:sp>
    <dsp:sp modelId="{AF6DC2C1-340C-4AD8-991C-2D7D30C508B6}">
      <dsp:nvSpPr>
        <dsp:cNvPr id="0" name=""/>
        <dsp:cNvSpPr/>
      </dsp:nvSpPr>
      <dsp:spPr>
        <a:xfrm>
          <a:off x="2912826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37634-236D-4DE0-84B4-D53FAD895F6A}">
      <dsp:nvSpPr>
        <dsp:cNvPr id="0" name=""/>
        <dsp:cNvSpPr/>
      </dsp:nvSpPr>
      <dsp:spPr>
        <a:xfrm>
          <a:off x="2389946" y="1783268"/>
          <a:ext cx="1924732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Delete the slides or placeholders you do not wish to include in your presentation.</a:t>
          </a:r>
        </a:p>
      </dsp:txBody>
      <dsp:txXfrm>
        <a:off x="2389946" y="1783268"/>
        <a:ext cx="1924732" cy="945000"/>
      </dsp:txXfrm>
    </dsp:sp>
    <dsp:sp modelId="{3A1CCED5-A4BE-46D8-8B03-3D315004EB8F}">
      <dsp:nvSpPr>
        <dsp:cNvPr id="0" name=""/>
        <dsp:cNvSpPr/>
      </dsp:nvSpPr>
      <dsp:spPr>
        <a:xfrm>
          <a:off x="5207918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3661-AB08-4955-9FFA-CCA8E607D360}">
      <dsp:nvSpPr>
        <dsp:cNvPr id="0" name=""/>
        <dsp:cNvSpPr/>
      </dsp:nvSpPr>
      <dsp:spPr>
        <a:xfrm>
          <a:off x="4805740" y="1783268"/>
          <a:ext cx="1683327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More slides can be added from the </a:t>
          </a:r>
          <a:br>
            <a:rPr lang="en-US" sz="1600" kern="1200" dirty="0"/>
          </a:br>
          <a:r>
            <a:rPr lang="en-US" sz="1600" b="1" kern="1200" dirty="0"/>
            <a:t>Insert</a:t>
          </a:r>
          <a:r>
            <a:rPr lang="en-US" sz="1600" kern="1200" dirty="0"/>
            <a:t> &gt; </a:t>
          </a:r>
          <a:r>
            <a:rPr lang="en-US" sz="1600" b="1" kern="1200" dirty="0"/>
            <a:t>New Slide </a:t>
          </a:r>
          <a:r>
            <a:rPr lang="en-US" sz="1600" kern="1200" dirty="0"/>
            <a:t>option.</a:t>
          </a:r>
        </a:p>
      </dsp:txBody>
      <dsp:txXfrm>
        <a:off x="4805740" y="1783268"/>
        <a:ext cx="1683327" cy="94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6/8/23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7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79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Solid maroon background slide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ZA" b="0" i="0" dirty="0">
                <a:solidFill>
                  <a:srgbClr val="252423"/>
                </a:solidFill>
                <a:effectLst/>
                <a:latin typeface="-apple-system"/>
              </a:rPr>
              <a:t>The ghost text placeholder is fully scalable and movable.</a:t>
            </a: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To add a background image: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Right-click on the slide and choose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Format Background … </a:t>
            </a: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or texture fill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option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8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71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71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68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Medicine and Health Sciences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EyeNzululwazi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ngezoNyango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neMpilo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Geneeskunde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en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Gesondheidswetenskappe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8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9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">
            <a:extLst>
              <a:ext uri="{FF2B5EF4-FFF2-40B4-BE49-F238E27FC236}">
                <a16:creationId xmlns:a16="http://schemas.microsoft.com/office/drawing/2014/main" id="{13FA10C0-D725-E2C7-A513-5BDD8D015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890994"/>
              </p:ext>
            </p:extLst>
          </p:nvPr>
        </p:nvGraphicFramePr>
        <p:xfrm>
          <a:off x="5314460" y="2145168"/>
          <a:ext cx="6704625" cy="3310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">
            <a:extLst>
              <a:ext uri="{FF2B5EF4-FFF2-40B4-BE49-F238E27FC236}">
                <a16:creationId xmlns:a16="http://schemas.microsoft.com/office/drawing/2014/main" id="{4B9A2FCD-54AA-3C41-4E40-3B1F2CF1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this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6852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E4ABA86-AFB5-7B73-8384-570B019D6C0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/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9394884-670C-8A61-70B0-978E7260D2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1" y="-214184"/>
            <a:ext cx="12461813" cy="3790815"/>
            <a:chOff x="-8171" y="-214184"/>
            <a:chExt cx="12461813" cy="3790815"/>
          </a:xfrm>
        </p:grpSpPr>
        <p:pic>
          <p:nvPicPr>
            <p:cNvPr id="6" name="Curve">
              <a:extLst>
                <a:ext uri="{FF2B5EF4-FFF2-40B4-BE49-F238E27FC236}">
                  <a16:creationId xmlns:a16="http://schemas.microsoft.com/office/drawing/2014/main" id="{4B145556-C34D-0A7E-FEAA-8279605635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87477" y="-214184"/>
              <a:ext cx="2066165" cy="3790815"/>
            </a:xfrm>
            <a:prstGeom prst="rect">
              <a:avLst/>
            </a:prstGeom>
          </p:spPr>
        </p:pic>
        <p:sp>
          <p:nvSpPr>
            <p:cNvPr id="7" name="Gradient overlay">
              <a:extLst>
                <a:ext uri="{FF2B5EF4-FFF2-40B4-BE49-F238E27FC236}">
                  <a16:creationId xmlns:a16="http://schemas.microsoft.com/office/drawing/2014/main" id="{BBF4A260-9609-C766-0148-09606B5717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1" y="1"/>
              <a:ext cx="12200169" cy="2099143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8" name="SU Logo">
              <a:extLst>
                <a:ext uri="{FF2B5EF4-FFF2-40B4-BE49-F238E27FC236}">
                  <a16:creationId xmlns:a16="http://schemas.microsoft.com/office/drawing/2014/main" id="{FF0CBA08-0C0D-34E3-8B57-1EEA0965320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1" name="Photo by ...">
            <a:extLst>
              <a:ext uri="{FF2B5EF4-FFF2-40B4-BE49-F238E27FC236}">
                <a16:creationId xmlns:a16="http://schemas.microsoft.com/office/drawing/2014/main" id="{B71CAEA3-7A36-C917-B9FD-CB9224C5AD22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69C26410-A061-FA65-B6D5-1CF6094FCB52}"/>
              </a:ext>
            </a:extLst>
          </p:cNvPr>
          <p:cNvSpPr/>
          <p:nvPr/>
        </p:nvSpPr>
        <p:spPr>
          <a:xfrm flipV="1">
            <a:off x="-8171" y="3015848"/>
            <a:ext cx="9856026" cy="2290526"/>
          </a:xfrm>
          <a:prstGeom prst="round1Rect">
            <a:avLst>
              <a:gd name="adj" fmla="val 3221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F79EAB59-C86C-9379-6C09-EEBA9941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46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22287" b="1"/>
          <a:stretch/>
        </p:blipFill>
        <p:spPr>
          <a:xfrm>
            <a:off x="0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13873" b="10107"/>
          <a:stretch/>
        </p:blipFill>
        <p:spPr>
          <a:xfrm>
            <a:off x="0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1166"/>
            <a:ext cx="12200169" cy="1864134"/>
            <a:chOff x="-8172" y="-1166"/>
            <a:chExt cx="12200169" cy="1864134"/>
          </a:xfrm>
        </p:grpSpPr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1792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10099696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8B809E8A-E315-6D8E-E219-76F9A7E4C22E}"/>
              </a:ext>
            </a:extLst>
          </p:cNvPr>
          <p:cNvSpPr/>
          <p:nvPr/>
        </p:nvSpPr>
        <p:spPr>
          <a:xfrm flipV="1">
            <a:off x="-8171" y="3015848"/>
            <a:ext cx="9856026" cy="2290526"/>
          </a:xfrm>
          <a:prstGeom prst="round1Rect">
            <a:avLst>
              <a:gd name="adj" fmla="val 3221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8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FE85-4301-F664-7B28-7C0B7D34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9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141"/>
            <a:ext cx="12192000" cy="6858001"/>
          </a:xfrm>
        </p:spPr>
      </p:pic>
      <p:sp>
        <p:nvSpPr>
          <p:cNvPr id="13" name="Gradient overlay">
            <a:extLst>
              <a:ext uri="{FF2B5EF4-FFF2-40B4-BE49-F238E27FC236}">
                <a16:creationId xmlns:a16="http://schemas.microsoft.com/office/drawing/2014/main" id="{93E936C3-28A7-8429-E94E-07015385EE95}"/>
              </a:ext>
            </a:extLst>
          </p:cNvPr>
          <p:cNvSpPr/>
          <p:nvPr/>
        </p:nvSpPr>
        <p:spPr>
          <a:xfrm rot="10800000">
            <a:off x="0" y="-1"/>
            <a:ext cx="12192000" cy="4170948"/>
          </a:xfrm>
          <a:prstGeom prst="rect">
            <a:avLst/>
          </a:prstGeom>
          <a:gradFill flip="none" rotWithShape="1">
            <a:gsLst>
              <a:gs pos="49000">
                <a:schemeClr val="bg1">
                  <a:alpha val="0"/>
                  <a:lumMod val="0"/>
                </a:schemeClr>
              </a:gs>
              <a:gs pos="100000">
                <a:srgbClr val="002060">
                  <a:alpha val="7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9" name="S-curve gradient">
            <a:extLst>
              <a:ext uri="{FF2B5EF4-FFF2-40B4-BE49-F238E27FC236}">
                <a16:creationId xmlns:a16="http://schemas.microsoft.com/office/drawing/2014/main" id="{79C8A4B1-63C6-5FAF-271A-82619DAE3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3942" y="-4127"/>
            <a:ext cx="2292016" cy="6876048"/>
          </a:xfrm>
          <a:prstGeom prst="rect">
            <a:avLst/>
          </a:prstGeom>
        </p:spPr>
      </p:pic>
      <p:sp>
        <p:nvSpPr>
          <p:cNvPr id="7" name="Photo by ...">
            <a:extLst>
              <a:ext uri="{FF2B5EF4-FFF2-40B4-BE49-F238E27FC236}">
                <a16:creationId xmlns:a16="http://schemas.microsoft.com/office/drawing/2014/main" id="{C0603B7B-8BFA-5F77-1596-F4D163FDB416}"/>
              </a:ext>
            </a:extLst>
          </p:cNvPr>
          <p:cNvSpPr txBox="1"/>
          <p:nvPr/>
        </p:nvSpPr>
        <p:spPr>
          <a:xfrm>
            <a:off x="97755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16" name="SU shape">
            <a:extLst>
              <a:ext uri="{FF2B5EF4-FFF2-40B4-BE49-F238E27FC236}">
                <a16:creationId xmlns:a16="http://schemas.microsoft.com/office/drawing/2014/main" id="{65DA8013-B454-F278-F289-FE3F1FD163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154" y="0"/>
            <a:ext cx="4257147" cy="5523376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2357F7A4-9870-AA02-EFC4-48BC4B885A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436" y="211526"/>
            <a:ext cx="3662583" cy="1980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29413A93-E805-8BE3-9EAD-3AB74A76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186" y="2403052"/>
            <a:ext cx="3391082" cy="24791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4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4FFE449-1C3B-01CC-7662-791ABA5935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4127"/>
            <a:ext cx="12192000" cy="6876048"/>
            <a:chOff x="0" y="-4127"/>
            <a:chExt cx="12192000" cy="6876048"/>
          </a:xfrm>
        </p:grpSpPr>
        <p:sp>
          <p:nvSpPr>
            <p:cNvPr id="15" name="Gradient overlay">
              <a:extLst>
                <a:ext uri="{FF2B5EF4-FFF2-40B4-BE49-F238E27FC236}">
                  <a16:creationId xmlns:a16="http://schemas.microsoft.com/office/drawing/2014/main" id="{220870BA-A4FC-B2D1-D813-E4FAF26D46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0" y="0"/>
              <a:ext cx="12192000" cy="5481563"/>
            </a:xfrm>
            <a:prstGeom prst="rect">
              <a:avLst/>
            </a:prstGeom>
            <a:gradFill flip="none" rotWithShape="1">
              <a:gsLst>
                <a:gs pos="65000">
                  <a:schemeClr val="bg1">
                    <a:alpha val="0"/>
                    <a:lumMod val="0"/>
                  </a:schemeClr>
                </a:gs>
                <a:gs pos="100000">
                  <a:srgbClr val="002060">
                    <a:alpha val="7800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" name="SU Logo">
              <a:extLst>
                <a:ext uri="{FF2B5EF4-FFF2-40B4-BE49-F238E27FC236}">
                  <a16:creationId xmlns:a16="http://schemas.microsoft.com/office/drawing/2014/main" id="{12C25614-8E2A-291F-996F-AB602CE7422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34" y="-3"/>
              <a:ext cx="3501102" cy="1892703"/>
            </a:xfrm>
            <a:prstGeom prst="rect">
              <a:avLst/>
            </a:prstGeom>
          </p:spPr>
        </p:pic>
        <p:pic>
          <p:nvPicPr>
            <p:cNvPr id="12" name="S-curve gradient">
              <a:extLst>
                <a:ext uri="{FF2B5EF4-FFF2-40B4-BE49-F238E27FC236}">
                  <a16:creationId xmlns:a16="http://schemas.microsoft.com/office/drawing/2014/main" id="{6198F203-16D2-D77D-B20E-418754924C6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83942" y="-4127"/>
              <a:ext cx="2292016" cy="6876048"/>
            </a:xfrm>
            <a:prstGeom prst="rect">
              <a:avLst/>
            </a:prstGeom>
          </p:spPr>
        </p:pic>
      </p:grpSp>
      <p:sp>
        <p:nvSpPr>
          <p:cNvPr id="6" name="Photo by ...">
            <a:extLst>
              <a:ext uri="{FF2B5EF4-FFF2-40B4-BE49-F238E27FC236}">
                <a16:creationId xmlns:a16="http://schemas.microsoft.com/office/drawing/2014/main" id="{EFB02AE2-97DE-9EFF-E211-6EBD74D30C9C}"/>
              </a:ext>
            </a:extLst>
          </p:cNvPr>
          <p:cNvSpPr txBox="1"/>
          <p:nvPr/>
        </p:nvSpPr>
        <p:spPr>
          <a:xfrm>
            <a:off x="967925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4" name="SU shape">
            <a:extLst>
              <a:ext uri="{FF2B5EF4-FFF2-40B4-BE49-F238E27FC236}">
                <a16:creationId xmlns:a16="http://schemas.microsoft.com/office/drawing/2014/main" id="{CF29DF52-B673-3D5C-2DCC-A5208C2490BC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3EA34B3-E00F-36C4-E541-860C2C84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42" y="3076725"/>
            <a:ext cx="4474069" cy="21609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9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2" name="SU Logo">
            <a:extLst>
              <a:ext uri="{FF2B5EF4-FFF2-40B4-BE49-F238E27FC236}">
                <a16:creationId xmlns:a16="http://schemas.microsoft.com/office/drawing/2014/main" id="{9C2668E0-3430-57B6-5CC7-8EDEE8276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291" y="17847"/>
            <a:ext cx="3662576" cy="1980000"/>
          </a:xfrm>
          <a:prstGeom prst="rect">
            <a:avLst/>
          </a:prstGeom>
        </p:spPr>
      </p:pic>
      <p:sp>
        <p:nvSpPr>
          <p:cNvPr id="3" name="Photo by ...">
            <a:extLst>
              <a:ext uri="{FF2B5EF4-FFF2-40B4-BE49-F238E27FC236}">
                <a16:creationId xmlns:a16="http://schemas.microsoft.com/office/drawing/2014/main" id="{C52FDAB3-03F9-2B9B-48BF-76A030424234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B481A30-8CDB-A80F-9DBE-280426E540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250668"/>
            <a:ext cx="6882063" cy="2332255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45EB710F-6EC3-2327-82C4-11815062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17" y="3688751"/>
            <a:ext cx="6368746" cy="14560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9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86A4-A253-B1B7-CE1A-71EC9DF9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EA8E9F-221C-A268-D0EB-1801A1ED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4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7EAE-FD2B-8FF0-D312-621CA077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B1E7-DB65-0B9A-9C49-96DCFBDD1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53846-E3F3-71CC-780C-A5AF3151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7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9282B-1042-897A-01BB-0D5A4AFBABC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D3E1D-D1B6-4D7C-7087-C75929C9FA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5D8C-7357-CE63-E898-8BF3C932E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2DC60-25AC-3C63-F6BD-D9BB909D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6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5C92-23FC-326E-66A5-3E720B317C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F5D74-A706-5229-F6C0-74085814A3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02A649-0921-0032-F140-7765F8046F6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C39445-2A0C-F5DB-243B-F5A85B92C7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2CB9A5-B4D4-3E4F-E274-5F3138907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FB86B9-1194-E556-BD97-91FF92EB1A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5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1D46-B5A4-E952-BEC6-59847C130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135B-BE1F-DB73-5D80-410645DC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2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A9AD26-5C2D-E423-4C91-EE76C2CD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17AAC2-291D-74C2-3452-92956ADD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8E374-1C92-009F-E25B-A2DF743ED2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0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A9C53C-6F23-970A-E1B6-1AA77166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391F06-AAB4-CDF2-50EC-8CB93A40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4453D6-5F7C-4878-F035-4E94CA7B3D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C26049-4752-4EBE-B283-4BCAD71BA0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06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0A28-142F-7FC9-8109-7AF24003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FFA18-C11E-7F7C-24A2-A5008661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15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2A1A-233C-2C90-1172-EA8E0E4A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1B8EA-FC4E-C4B5-7EBA-2883F097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01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4996-602E-D59E-ADA2-63BD514D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28071-9B53-AB83-D0CE-048519B7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57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DCC0-5F75-98C0-A8AA-1E7822430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7DCCF-BC7B-FB7B-C0B1-94966B44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44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9A20-1391-2DEE-82CD-D340AF7D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24EDC-3666-D7E5-D4BE-7C6DA241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2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D213-8CC8-7F4E-3479-C62BEF68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B5198-AA04-0582-6577-E4119A0E0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B1D09-BE39-A4D4-5A26-FCBA9816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0866C-C94F-E9A9-C79F-ACF48FEA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B2F70-43A8-D96B-66E6-4F76066B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87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962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2192000" cy="6858001"/>
          </a:xfrm>
        </p:spPr>
      </p:pic>
      <p:sp>
        <p:nvSpPr>
          <p:cNvPr id="8" name="Gradient overlay">
            <a:extLst>
              <a:ext uri="{FF2B5EF4-FFF2-40B4-BE49-F238E27FC236}">
                <a16:creationId xmlns:a16="http://schemas.microsoft.com/office/drawing/2014/main" id="{5C8CCE4E-9413-B805-787D-34923EF4E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0"/>
            <a:ext cx="12192000" cy="5481563"/>
          </a:xfrm>
          <a:prstGeom prst="rect">
            <a:avLst/>
          </a:prstGeom>
          <a:gradFill flip="none" rotWithShape="1">
            <a:gsLst>
              <a:gs pos="65000">
                <a:schemeClr val="bg1">
                  <a:alpha val="0"/>
                  <a:lumMod val="0"/>
                </a:schemeClr>
              </a:gs>
              <a:gs pos="100000">
                <a:srgbClr val="002060">
                  <a:alpha val="7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4B73022E-5F4F-18DD-7759-B0DFF0C308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430" y="207438"/>
            <a:ext cx="3299830" cy="1784778"/>
          </a:xfrm>
          <a:prstGeom prst="rect">
            <a:avLst/>
          </a:prstGeom>
        </p:spPr>
      </p:pic>
      <p:sp>
        <p:nvSpPr>
          <p:cNvPr id="3" name="Photo by ...">
            <a:extLst>
              <a:ext uri="{FF2B5EF4-FFF2-40B4-BE49-F238E27FC236}">
                <a16:creationId xmlns:a16="http://schemas.microsoft.com/office/drawing/2014/main" id="{A0FA73F9-9E44-FB66-0804-16DE754A55B0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SU shape">
            <a:extLst>
              <a:ext uri="{FF2B5EF4-FFF2-40B4-BE49-F238E27FC236}">
                <a16:creationId xmlns:a16="http://schemas.microsoft.com/office/drawing/2014/main" id="{532E9563-8D89-9328-3C96-46F8DD94944D}"/>
              </a:ext>
            </a:extLst>
          </p:cNvPr>
          <p:cNvSpPr/>
          <p:nvPr/>
        </p:nvSpPr>
        <p:spPr>
          <a:xfrm>
            <a:off x="0" y="2200569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tle ">
            <a:extLst>
              <a:ext uri="{FF2B5EF4-FFF2-40B4-BE49-F238E27FC236}">
                <a16:creationId xmlns:a16="http://schemas.microsoft.com/office/drawing/2014/main" id="{ADB32871-EA4C-08B1-6E04-C142128A7B2A}"/>
              </a:ext>
            </a:extLst>
          </p:cNvPr>
          <p:cNvSpPr txBox="1">
            <a:spLocks/>
          </p:cNvSpPr>
          <p:nvPr/>
        </p:nvSpPr>
        <p:spPr>
          <a:xfrm>
            <a:off x="882075" y="2700956"/>
            <a:ext cx="2799378" cy="14560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5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HS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005F61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FECBF6-358A-4339-A5BD-C273651EFDB0}"/>
</file>

<file path=customXml/itemProps3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39850</TotalTime>
  <Words>941</Words>
  <Application>Microsoft Macintosh PowerPoint</Application>
  <PresentationFormat>Widescreen</PresentationFormat>
  <Paragraphs>122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-apple-system</vt:lpstr>
      <vt:lpstr>Arial</vt:lpstr>
      <vt:lpstr>Calibri</vt:lpstr>
      <vt:lpstr>Raleway</vt:lpstr>
      <vt:lpstr>Trebuchet MS</vt:lpstr>
      <vt:lpstr>Office Theme</vt:lpstr>
      <vt:lpstr>How to use this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Enkosi Dankie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Muller, L, Mev [lm2@sun.ac.za]</cp:lastModifiedBy>
  <cp:revision>740</cp:revision>
  <dcterms:created xsi:type="dcterms:W3CDTF">2021-09-15T08:20:16Z</dcterms:created>
  <dcterms:modified xsi:type="dcterms:W3CDTF">2023-06-08T09:49:58Z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