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41"/>
  </p:notesMasterIdLst>
  <p:sldIdLst>
    <p:sldId id="418" r:id="rId5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22" r:id="rId16"/>
    <p:sldId id="463" r:id="rId17"/>
    <p:sldId id="464" r:id="rId18"/>
    <p:sldId id="466" r:id="rId19"/>
    <p:sldId id="465" r:id="rId20"/>
    <p:sldId id="459" r:id="rId21"/>
    <p:sldId id="457" r:id="rId22"/>
    <p:sldId id="456" r:id="rId23"/>
    <p:sldId id="401" r:id="rId24"/>
    <p:sldId id="402" r:id="rId25"/>
    <p:sldId id="403" r:id="rId26"/>
    <p:sldId id="404" r:id="rId27"/>
    <p:sldId id="405" r:id="rId28"/>
    <p:sldId id="406" r:id="rId29"/>
    <p:sldId id="461" r:id="rId30"/>
    <p:sldId id="455" r:id="rId31"/>
    <p:sldId id="410" r:id="rId32"/>
    <p:sldId id="413" r:id="rId33"/>
    <p:sldId id="414" r:id="rId34"/>
    <p:sldId id="417" r:id="rId35"/>
    <p:sldId id="407" r:id="rId36"/>
    <p:sldId id="408" r:id="rId37"/>
    <p:sldId id="409" r:id="rId38"/>
    <p:sldId id="453" r:id="rId39"/>
    <p:sldId id="45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235"/>
    <a:srgbClr val="E2D6C0"/>
    <a:srgbClr val="FFFFFF"/>
    <a:srgbClr val="61223B"/>
    <a:srgbClr val="3A3E40"/>
    <a:srgbClr val="F1EBDF"/>
    <a:srgbClr val="461B2B"/>
    <a:srgbClr val="461A2B"/>
    <a:srgbClr val="4D5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0" autoAdjust="0"/>
    <p:restoredTop sz="96489"/>
  </p:normalViewPr>
  <p:slideViewPr>
    <p:cSldViewPr snapToGrid="0" snapToObjects="1" showGuides="1">
      <p:cViewPr>
        <p:scale>
          <a:sx n="120" d="100"/>
          <a:sy n="120" d="100"/>
        </p:scale>
        <p:origin x="144" y="16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30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CD177-1B3D-0048-B589-8B1CEC9D4C1C}" type="doc">
      <dgm:prSet loTypeId="urn:microsoft.com/office/officeart/2005/8/layout/radial6" loCatId="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9C23F4A-C20E-7B44-8AC3-3C0AF73F4842}">
      <dgm:prSet phldrT="[Text]"/>
      <dgm:spPr/>
      <dgm:t>
        <a:bodyPr/>
        <a:lstStyle/>
        <a:p>
          <a:r>
            <a:rPr lang="en-US" dirty="0"/>
            <a:t>ADEMP</a:t>
          </a:r>
        </a:p>
      </dgm:t>
    </dgm:pt>
    <dgm:pt modelId="{162C774E-E100-404B-AD23-369F72C9029E}" type="parTrans" cxnId="{379841E3-366B-1B47-ADB7-B85E101AFC89}">
      <dgm:prSet/>
      <dgm:spPr/>
      <dgm:t>
        <a:bodyPr/>
        <a:lstStyle/>
        <a:p>
          <a:endParaRPr lang="en-US"/>
        </a:p>
      </dgm:t>
    </dgm:pt>
    <dgm:pt modelId="{848D2351-B33D-884A-89A4-B41D23DFFEEA}" type="sibTrans" cxnId="{379841E3-366B-1B47-ADB7-B85E101AFC89}">
      <dgm:prSet/>
      <dgm:spPr/>
      <dgm:t>
        <a:bodyPr/>
        <a:lstStyle/>
        <a:p>
          <a:endParaRPr lang="en-US"/>
        </a:p>
      </dgm:t>
    </dgm:pt>
    <dgm:pt modelId="{4FC47663-E89A-6440-A588-BA64C3AB81EC}">
      <dgm:prSet phldrT="[Text]" custT="1"/>
      <dgm:spPr/>
      <dgm:t>
        <a:bodyPr/>
        <a:lstStyle/>
        <a:p>
          <a:r>
            <a:rPr lang="en-US" sz="2800" dirty="0"/>
            <a:t>Aims</a:t>
          </a:r>
        </a:p>
      </dgm:t>
    </dgm:pt>
    <dgm:pt modelId="{8DB12AFE-902C-E545-B041-94FF52980F06}" type="parTrans" cxnId="{8A6DE18A-EFB8-1C49-BB02-13B28D320BF0}">
      <dgm:prSet/>
      <dgm:spPr/>
      <dgm:t>
        <a:bodyPr/>
        <a:lstStyle/>
        <a:p>
          <a:endParaRPr lang="en-US"/>
        </a:p>
      </dgm:t>
    </dgm:pt>
    <dgm:pt modelId="{39C2423B-7690-E64D-9693-9B894E73CDA5}" type="sibTrans" cxnId="{8A6DE18A-EFB8-1C49-BB02-13B28D320BF0}">
      <dgm:prSet/>
      <dgm:spPr/>
      <dgm:t>
        <a:bodyPr/>
        <a:lstStyle/>
        <a:p>
          <a:endParaRPr lang="en-US"/>
        </a:p>
      </dgm:t>
    </dgm:pt>
    <dgm:pt modelId="{A2DC3000-8512-324A-970F-C6394A981770}">
      <dgm:prSet phldrT="[Text]" custT="1"/>
      <dgm:spPr/>
      <dgm:t>
        <a:bodyPr/>
        <a:lstStyle/>
        <a:p>
          <a:r>
            <a:rPr lang="en-US" sz="2800" dirty="0"/>
            <a:t>Data</a:t>
          </a:r>
        </a:p>
      </dgm:t>
    </dgm:pt>
    <dgm:pt modelId="{1822C370-D675-2F4A-B3E1-776467AA00B6}" type="parTrans" cxnId="{2574388B-B594-2545-A5C6-917082BB2110}">
      <dgm:prSet/>
      <dgm:spPr/>
      <dgm:t>
        <a:bodyPr/>
        <a:lstStyle/>
        <a:p>
          <a:endParaRPr lang="en-US"/>
        </a:p>
      </dgm:t>
    </dgm:pt>
    <dgm:pt modelId="{1F7CE6FC-4F4A-8C49-A455-6F2BB8E24B59}" type="sibTrans" cxnId="{2574388B-B594-2545-A5C6-917082BB2110}">
      <dgm:prSet/>
      <dgm:spPr/>
      <dgm:t>
        <a:bodyPr/>
        <a:lstStyle/>
        <a:p>
          <a:endParaRPr lang="en-US"/>
        </a:p>
      </dgm:t>
    </dgm:pt>
    <dgm:pt modelId="{78679E4D-78BA-3C49-9181-5FDA92592E4B}">
      <dgm:prSet phldrT="[Text]" custT="1"/>
      <dgm:spPr/>
      <dgm:t>
        <a:bodyPr/>
        <a:lstStyle/>
        <a:p>
          <a:r>
            <a:rPr lang="en-US" sz="1800" dirty="0"/>
            <a:t>Estimands</a:t>
          </a:r>
          <a:endParaRPr lang="en-US" sz="2500" dirty="0"/>
        </a:p>
      </dgm:t>
    </dgm:pt>
    <dgm:pt modelId="{E83A3942-2A77-574B-AB1D-B0829EE081E4}" type="parTrans" cxnId="{E100B4D6-D5DF-4B48-80D7-BEE27BE25610}">
      <dgm:prSet/>
      <dgm:spPr/>
      <dgm:t>
        <a:bodyPr/>
        <a:lstStyle/>
        <a:p>
          <a:endParaRPr lang="en-US"/>
        </a:p>
      </dgm:t>
    </dgm:pt>
    <dgm:pt modelId="{1EF208E2-811B-C744-9AB7-7E5C49ECB3F1}" type="sibTrans" cxnId="{E100B4D6-D5DF-4B48-80D7-BEE27BE25610}">
      <dgm:prSet/>
      <dgm:spPr/>
      <dgm:t>
        <a:bodyPr/>
        <a:lstStyle/>
        <a:p>
          <a:endParaRPr lang="en-US"/>
        </a:p>
      </dgm:t>
    </dgm:pt>
    <dgm:pt modelId="{13D0A7DC-241D-D848-8813-B261CD2030B9}">
      <dgm:prSet phldrT="[Text]" custT="1"/>
      <dgm:spPr/>
      <dgm:t>
        <a:bodyPr/>
        <a:lstStyle/>
        <a:p>
          <a:r>
            <a:rPr lang="en-US" sz="2000" dirty="0"/>
            <a:t>Methods</a:t>
          </a:r>
          <a:endParaRPr lang="en-US" sz="2800" dirty="0"/>
        </a:p>
      </dgm:t>
    </dgm:pt>
    <dgm:pt modelId="{37382350-364B-7E49-AC6B-7441D7DD60B9}" type="parTrans" cxnId="{942D2592-0FBE-3642-9851-A7A1253A5DBF}">
      <dgm:prSet/>
      <dgm:spPr/>
      <dgm:t>
        <a:bodyPr/>
        <a:lstStyle/>
        <a:p>
          <a:endParaRPr lang="en-US"/>
        </a:p>
      </dgm:t>
    </dgm:pt>
    <dgm:pt modelId="{2DB1C700-11CE-DB4F-83E4-E73058D048BB}" type="sibTrans" cxnId="{942D2592-0FBE-3642-9851-A7A1253A5DBF}">
      <dgm:prSet/>
      <dgm:spPr/>
      <dgm:t>
        <a:bodyPr/>
        <a:lstStyle/>
        <a:p>
          <a:endParaRPr lang="en-US"/>
        </a:p>
      </dgm:t>
    </dgm:pt>
    <dgm:pt modelId="{2E08EA33-EBBA-7C4A-A550-6030B16DD2DA}">
      <dgm:prSet custT="1"/>
      <dgm:spPr/>
      <dgm:t>
        <a:bodyPr/>
        <a:lstStyle/>
        <a:p>
          <a:r>
            <a:rPr lang="en-US" sz="1400" dirty="0"/>
            <a:t>Performance</a:t>
          </a:r>
          <a:endParaRPr lang="en-US" sz="1500" dirty="0"/>
        </a:p>
      </dgm:t>
    </dgm:pt>
    <dgm:pt modelId="{DB48FDC6-610B-6949-8EC2-EF0641E06604}" type="parTrans" cxnId="{90755D83-194D-394A-9D84-228400475F95}">
      <dgm:prSet/>
      <dgm:spPr/>
      <dgm:t>
        <a:bodyPr/>
        <a:lstStyle/>
        <a:p>
          <a:endParaRPr lang="en-US"/>
        </a:p>
      </dgm:t>
    </dgm:pt>
    <dgm:pt modelId="{0534B837-962A-DC41-8478-821423719D99}" type="sibTrans" cxnId="{90755D83-194D-394A-9D84-228400475F95}">
      <dgm:prSet/>
      <dgm:spPr/>
      <dgm:t>
        <a:bodyPr/>
        <a:lstStyle/>
        <a:p>
          <a:endParaRPr lang="en-US"/>
        </a:p>
      </dgm:t>
    </dgm:pt>
    <dgm:pt modelId="{2309B9FC-0D02-004F-81DB-C43F95B72892}" type="pres">
      <dgm:prSet presAssocID="{693CD177-1B3D-0048-B589-8B1CEC9D4C1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8D9978C-8AF4-C540-92C0-7479253DC8A4}" type="pres">
      <dgm:prSet presAssocID="{C9C23F4A-C20E-7B44-8AC3-3C0AF73F4842}" presName="centerShape" presStyleLbl="node0" presStyleIdx="0" presStyleCnt="1"/>
      <dgm:spPr/>
    </dgm:pt>
    <dgm:pt modelId="{CDF2EE28-0168-314F-B091-BABF18B504B8}" type="pres">
      <dgm:prSet presAssocID="{4FC47663-E89A-6440-A588-BA64C3AB81EC}" presName="node" presStyleLbl="node1" presStyleIdx="0" presStyleCnt="5">
        <dgm:presLayoutVars>
          <dgm:bulletEnabled val="1"/>
        </dgm:presLayoutVars>
      </dgm:prSet>
      <dgm:spPr/>
    </dgm:pt>
    <dgm:pt modelId="{41290840-6FE9-E94E-8C9D-BB0F71632B5C}" type="pres">
      <dgm:prSet presAssocID="{4FC47663-E89A-6440-A588-BA64C3AB81EC}" presName="dummy" presStyleCnt="0"/>
      <dgm:spPr/>
    </dgm:pt>
    <dgm:pt modelId="{7803AC5B-3E0A-5A4B-9F45-D7139F026AAF}" type="pres">
      <dgm:prSet presAssocID="{39C2423B-7690-E64D-9693-9B894E73CDA5}" presName="sibTrans" presStyleLbl="sibTrans2D1" presStyleIdx="0" presStyleCnt="5"/>
      <dgm:spPr/>
    </dgm:pt>
    <dgm:pt modelId="{AE67639B-2D9E-7945-AEE3-208F8702E45D}" type="pres">
      <dgm:prSet presAssocID="{A2DC3000-8512-324A-970F-C6394A981770}" presName="node" presStyleLbl="node1" presStyleIdx="1" presStyleCnt="5">
        <dgm:presLayoutVars>
          <dgm:bulletEnabled val="1"/>
        </dgm:presLayoutVars>
      </dgm:prSet>
      <dgm:spPr/>
    </dgm:pt>
    <dgm:pt modelId="{A8B28688-42CC-2A40-AFEE-AA431095105C}" type="pres">
      <dgm:prSet presAssocID="{A2DC3000-8512-324A-970F-C6394A981770}" presName="dummy" presStyleCnt="0"/>
      <dgm:spPr/>
    </dgm:pt>
    <dgm:pt modelId="{A748FB6C-8597-3B4C-8429-1ED5994D2865}" type="pres">
      <dgm:prSet presAssocID="{1F7CE6FC-4F4A-8C49-A455-6F2BB8E24B59}" presName="sibTrans" presStyleLbl="sibTrans2D1" presStyleIdx="1" presStyleCnt="5"/>
      <dgm:spPr/>
    </dgm:pt>
    <dgm:pt modelId="{F3699036-D171-B040-B19C-E28F503814D2}" type="pres">
      <dgm:prSet presAssocID="{78679E4D-78BA-3C49-9181-5FDA92592E4B}" presName="node" presStyleLbl="node1" presStyleIdx="2" presStyleCnt="5">
        <dgm:presLayoutVars>
          <dgm:bulletEnabled val="1"/>
        </dgm:presLayoutVars>
      </dgm:prSet>
      <dgm:spPr/>
    </dgm:pt>
    <dgm:pt modelId="{8B5F9A14-E7B6-3E4F-A1FD-3E0C059963B1}" type="pres">
      <dgm:prSet presAssocID="{78679E4D-78BA-3C49-9181-5FDA92592E4B}" presName="dummy" presStyleCnt="0"/>
      <dgm:spPr/>
    </dgm:pt>
    <dgm:pt modelId="{29E7E9EA-E342-174A-B711-CF5342AE1A57}" type="pres">
      <dgm:prSet presAssocID="{1EF208E2-811B-C744-9AB7-7E5C49ECB3F1}" presName="sibTrans" presStyleLbl="sibTrans2D1" presStyleIdx="2" presStyleCnt="5"/>
      <dgm:spPr/>
    </dgm:pt>
    <dgm:pt modelId="{568AF35A-0AEE-934D-84EB-62B2C6067E50}" type="pres">
      <dgm:prSet presAssocID="{13D0A7DC-241D-D848-8813-B261CD2030B9}" presName="node" presStyleLbl="node1" presStyleIdx="3" presStyleCnt="5">
        <dgm:presLayoutVars>
          <dgm:bulletEnabled val="1"/>
        </dgm:presLayoutVars>
      </dgm:prSet>
      <dgm:spPr/>
    </dgm:pt>
    <dgm:pt modelId="{D9389F2B-ED8C-4147-9229-3F0751D08879}" type="pres">
      <dgm:prSet presAssocID="{13D0A7DC-241D-D848-8813-B261CD2030B9}" presName="dummy" presStyleCnt="0"/>
      <dgm:spPr/>
    </dgm:pt>
    <dgm:pt modelId="{33F2EEF4-52CB-2041-9C6A-2D2279596BE1}" type="pres">
      <dgm:prSet presAssocID="{2DB1C700-11CE-DB4F-83E4-E73058D048BB}" presName="sibTrans" presStyleLbl="sibTrans2D1" presStyleIdx="3" presStyleCnt="5"/>
      <dgm:spPr/>
    </dgm:pt>
    <dgm:pt modelId="{19D453F3-7BE7-E84A-8365-CF7425F34F87}" type="pres">
      <dgm:prSet presAssocID="{2E08EA33-EBBA-7C4A-A550-6030B16DD2DA}" presName="node" presStyleLbl="node1" presStyleIdx="4" presStyleCnt="5">
        <dgm:presLayoutVars>
          <dgm:bulletEnabled val="1"/>
        </dgm:presLayoutVars>
      </dgm:prSet>
      <dgm:spPr/>
    </dgm:pt>
    <dgm:pt modelId="{CD1E4217-F727-9A4A-BAD8-531C4EDBFE52}" type="pres">
      <dgm:prSet presAssocID="{2E08EA33-EBBA-7C4A-A550-6030B16DD2DA}" presName="dummy" presStyleCnt="0"/>
      <dgm:spPr/>
    </dgm:pt>
    <dgm:pt modelId="{1751C4E3-833C-7B4A-A4D7-764A8A48A9B9}" type="pres">
      <dgm:prSet presAssocID="{0534B837-962A-DC41-8478-821423719D99}" presName="sibTrans" presStyleLbl="sibTrans2D1" presStyleIdx="4" presStyleCnt="5"/>
      <dgm:spPr/>
    </dgm:pt>
  </dgm:ptLst>
  <dgm:cxnLst>
    <dgm:cxn modelId="{10F78900-B96E-9B47-8CA4-D53F74F2241C}" type="presOf" srcId="{693CD177-1B3D-0048-B589-8B1CEC9D4C1C}" destId="{2309B9FC-0D02-004F-81DB-C43F95B72892}" srcOrd="0" destOrd="0" presId="urn:microsoft.com/office/officeart/2005/8/layout/radial6"/>
    <dgm:cxn modelId="{E39C8B05-24EC-5843-8B8C-77A8AF9AC024}" type="presOf" srcId="{A2DC3000-8512-324A-970F-C6394A981770}" destId="{AE67639B-2D9E-7945-AEE3-208F8702E45D}" srcOrd="0" destOrd="0" presId="urn:microsoft.com/office/officeart/2005/8/layout/radial6"/>
    <dgm:cxn modelId="{62912334-FDBD-E749-8E74-262F51771D86}" type="presOf" srcId="{2DB1C700-11CE-DB4F-83E4-E73058D048BB}" destId="{33F2EEF4-52CB-2041-9C6A-2D2279596BE1}" srcOrd="0" destOrd="0" presId="urn:microsoft.com/office/officeart/2005/8/layout/radial6"/>
    <dgm:cxn modelId="{A1438636-51D0-7C44-9051-5C9E91D39957}" type="presOf" srcId="{4FC47663-E89A-6440-A588-BA64C3AB81EC}" destId="{CDF2EE28-0168-314F-B091-BABF18B504B8}" srcOrd="0" destOrd="0" presId="urn:microsoft.com/office/officeart/2005/8/layout/radial6"/>
    <dgm:cxn modelId="{B655AF45-CFFF-D942-8DBD-9D1276389AC2}" type="presOf" srcId="{2E08EA33-EBBA-7C4A-A550-6030B16DD2DA}" destId="{19D453F3-7BE7-E84A-8365-CF7425F34F87}" srcOrd="0" destOrd="0" presId="urn:microsoft.com/office/officeart/2005/8/layout/radial6"/>
    <dgm:cxn modelId="{3EABB069-8342-5946-B498-47FC25188DBD}" type="presOf" srcId="{1F7CE6FC-4F4A-8C49-A455-6F2BB8E24B59}" destId="{A748FB6C-8597-3B4C-8429-1ED5994D2865}" srcOrd="0" destOrd="0" presId="urn:microsoft.com/office/officeart/2005/8/layout/radial6"/>
    <dgm:cxn modelId="{90755D83-194D-394A-9D84-228400475F95}" srcId="{C9C23F4A-C20E-7B44-8AC3-3C0AF73F4842}" destId="{2E08EA33-EBBA-7C4A-A550-6030B16DD2DA}" srcOrd="4" destOrd="0" parTransId="{DB48FDC6-610B-6949-8EC2-EF0641E06604}" sibTransId="{0534B837-962A-DC41-8478-821423719D99}"/>
    <dgm:cxn modelId="{8A6DE18A-EFB8-1C49-BB02-13B28D320BF0}" srcId="{C9C23F4A-C20E-7B44-8AC3-3C0AF73F4842}" destId="{4FC47663-E89A-6440-A588-BA64C3AB81EC}" srcOrd="0" destOrd="0" parTransId="{8DB12AFE-902C-E545-B041-94FF52980F06}" sibTransId="{39C2423B-7690-E64D-9693-9B894E73CDA5}"/>
    <dgm:cxn modelId="{2574388B-B594-2545-A5C6-917082BB2110}" srcId="{C9C23F4A-C20E-7B44-8AC3-3C0AF73F4842}" destId="{A2DC3000-8512-324A-970F-C6394A981770}" srcOrd="1" destOrd="0" parTransId="{1822C370-D675-2F4A-B3E1-776467AA00B6}" sibTransId="{1F7CE6FC-4F4A-8C49-A455-6F2BB8E24B59}"/>
    <dgm:cxn modelId="{7E29748E-0E3B-F54C-8152-35CE0A198773}" type="presOf" srcId="{0534B837-962A-DC41-8478-821423719D99}" destId="{1751C4E3-833C-7B4A-A4D7-764A8A48A9B9}" srcOrd="0" destOrd="0" presId="urn:microsoft.com/office/officeart/2005/8/layout/radial6"/>
    <dgm:cxn modelId="{942D2592-0FBE-3642-9851-A7A1253A5DBF}" srcId="{C9C23F4A-C20E-7B44-8AC3-3C0AF73F4842}" destId="{13D0A7DC-241D-D848-8813-B261CD2030B9}" srcOrd="3" destOrd="0" parTransId="{37382350-364B-7E49-AC6B-7441D7DD60B9}" sibTransId="{2DB1C700-11CE-DB4F-83E4-E73058D048BB}"/>
    <dgm:cxn modelId="{292581B9-5208-5544-A384-0124A2CE2B97}" type="presOf" srcId="{13D0A7DC-241D-D848-8813-B261CD2030B9}" destId="{568AF35A-0AEE-934D-84EB-62B2C6067E50}" srcOrd="0" destOrd="0" presId="urn:microsoft.com/office/officeart/2005/8/layout/radial6"/>
    <dgm:cxn modelId="{01070AC6-542B-7441-92B5-8DA7961C6094}" type="presOf" srcId="{1EF208E2-811B-C744-9AB7-7E5C49ECB3F1}" destId="{29E7E9EA-E342-174A-B711-CF5342AE1A57}" srcOrd="0" destOrd="0" presId="urn:microsoft.com/office/officeart/2005/8/layout/radial6"/>
    <dgm:cxn modelId="{9DCA1FCB-1793-E146-83DB-F79AF240781E}" type="presOf" srcId="{39C2423B-7690-E64D-9693-9B894E73CDA5}" destId="{7803AC5B-3E0A-5A4B-9F45-D7139F026AAF}" srcOrd="0" destOrd="0" presId="urn:microsoft.com/office/officeart/2005/8/layout/radial6"/>
    <dgm:cxn modelId="{1B4DDBD4-A97D-C94A-BC72-C9EC4EFB3941}" type="presOf" srcId="{C9C23F4A-C20E-7B44-8AC3-3C0AF73F4842}" destId="{E8D9978C-8AF4-C540-92C0-7479253DC8A4}" srcOrd="0" destOrd="0" presId="urn:microsoft.com/office/officeart/2005/8/layout/radial6"/>
    <dgm:cxn modelId="{E100B4D6-D5DF-4B48-80D7-BEE27BE25610}" srcId="{C9C23F4A-C20E-7B44-8AC3-3C0AF73F4842}" destId="{78679E4D-78BA-3C49-9181-5FDA92592E4B}" srcOrd="2" destOrd="0" parTransId="{E83A3942-2A77-574B-AB1D-B0829EE081E4}" sibTransId="{1EF208E2-811B-C744-9AB7-7E5C49ECB3F1}"/>
    <dgm:cxn modelId="{836178DF-7AFB-584A-B8E3-9307F74DD26D}" type="presOf" srcId="{78679E4D-78BA-3C49-9181-5FDA92592E4B}" destId="{F3699036-D171-B040-B19C-E28F503814D2}" srcOrd="0" destOrd="0" presId="urn:microsoft.com/office/officeart/2005/8/layout/radial6"/>
    <dgm:cxn modelId="{379841E3-366B-1B47-ADB7-B85E101AFC89}" srcId="{693CD177-1B3D-0048-B589-8B1CEC9D4C1C}" destId="{C9C23F4A-C20E-7B44-8AC3-3C0AF73F4842}" srcOrd="0" destOrd="0" parTransId="{162C774E-E100-404B-AD23-369F72C9029E}" sibTransId="{848D2351-B33D-884A-89A4-B41D23DFFEEA}"/>
    <dgm:cxn modelId="{47EB5256-41BB-7F45-9741-A93E16C3D473}" type="presParOf" srcId="{2309B9FC-0D02-004F-81DB-C43F95B72892}" destId="{E8D9978C-8AF4-C540-92C0-7479253DC8A4}" srcOrd="0" destOrd="0" presId="urn:microsoft.com/office/officeart/2005/8/layout/radial6"/>
    <dgm:cxn modelId="{5E16D990-A0B9-5B48-BEAF-050FA47E3315}" type="presParOf" srcId="{2309B9FC-0D02-004F-81DB-C43F95B72892}" destId="{CDF2EE28-0168-314F-B091-BABF18B504B8}" srcOrd="1" destOrd="0" presId="urn:microsoft.com/office/officeart/2005/8/layout/radial6"/>
    <dgm:cxn modelId="{B7FA0348-AA00-A643-B9AA-98AF9F3A7BA5}" type="presParOf" srcId="{2309B9FC-0D02-004F-81DB-C43F95B72892}" destId="{41290840-6FE9-E94E-8C9D-BB0F71632B5C}" srcOrd="2" destOrd="0" presId="urn:microsoft.com/office/officeart/2005/8/layout/radial6"/>
    <dgm:cxn modelId="{1BC9A73B-79F0-6149-A607-F7E85417F518}" type="presParOf" srcId="{2309B9FC-0D02-004F-81DB-C43F95B72892}" destId="{7803AC5B-3E0A-5A4B-9F45-D7139F026AAF}" srcOrd="3" destOrd="0" presId="urn:microsoft.com/office/officeart/2005/8/layout/radial6"/>
    <dgm:cxn modelId="{8E6B5E94-9EA6-AE48-B869-6BD9D8963A8E}" type="presParOf" srcId="{2309B9FC-0D02-004F-81DB-C43F95B72892}" destId="{AE67639B-2D9E-7945-AEE3-208F8702E45D}" srcOrd="4" destOrd="0" presId="urn:microsoft.com/office/officeart/2005/8/layout/radial6"/>
    <dgm:cxn modelId="{7B32880E-406B-5742-8573-54D90E8DCB69}" type="presParOf" srcId="{2309B9FC-0D02-004F-81DB-C43F95B72892}" destId="{A8B28688-42CC-2A40-AFEE-AA431095105C}" srcOrd="5" destOrd="0" presId="urn:microsoft.com/office/officeart/2005/8/layout/radial6"/>
    <dgm:cxn modelId="{77FA9F2E-1FCB-0E4B-B402-1F3E3B3070E2}" type="presParOf" srcId="{2309B9FC-0D02-004F-81DB-C43F95B72892}" destId="{A748FB6C-8597-3B4C-8429-1ED5994D2865}" srcOrd="6" destOrd="0" presId="urn:microsoft.com/office/officeart/2005/8/layout/radial6"/>
    <dgm:cxn modelId="{019791B0-4F99-8F47-9F25-16FB20AB1064}" type="presParOf" srcId="{2309B9FC-0D02-004F-81DB-C43F95B72892}" destId="{F3699036-D171-B040-B19C-E28F503814D2}" srcOrd="7" destOrd="0" presId="urn:microsoft.com/office/officeart/2005/8/layout/radial6"/>
    <dgm:cxn modelId="{AD9A060D-8F50-324B-8F5E-1278D4673BA2}" type="presParOf" srcId="{2309B9FC-0D02-004F-81DB-C43F95B72892}" destId="{8B5F9A14-E7B6-3E4F-A1FD-3E0C059963B1}" srcOrd="8" destOrd="0" presId="urn:microsoft.com/office/officeart/2005/8/layout/radial6"/>
    <dgm:cxn modelId="{62A11BEA-5448-FD42-B59C-CB24A7F599AF}" type="presParOf" srcId="{2309B9FC-0D02-004F-81DB-C43F95B72892}" destId="{29E7E9EA-E342-174A-B711-CF5342AE1A57}" srcOrd="9" destOrd="0" presId="urn:microsoft.com/office/officeart/2005/8/layout/radial6"/>
    <dgm:cxn modelId="{0CB83F6F-2D59-1140-BC31-550A23B1B70F}" type="presParOf" srcId="{2309B9FC-0D02-004F-81DB-C43F95B72892}" destId="{568AF35A-0AEE-934D-84EB-62B2C6067E50}" srcOrd="10" destOrd="0" presId="urn:microsoft.com/office/officeart/2005/8/layout/radial6"/>
    <dgm:cxn modelId="{385EACCF-26F0-A141-B0EA-A8B520F0B783}" type="presParOf" srcId="{2309B9FC-0D02-004F-81DB-C43F95B72892}" destId="{D9389F2B-ED8C-4147-9229-3F0751D08879}" srcOrd="11" destOrd="0" presId="urn:microsoft.com/office/officeart/2005/8/layout/radial6"/>
    <dgm:cxn modelId="{758E4E81-F035-5847-AEE3-8D583E568DD3}" type="presParOf" srcId="{2309B9FC-0D02-004F-81DB-C43F95B72892}" destId="{33F2EEF4-52CB-2041-9C6A-2D2279596BE1}" srcOrd="12" destOrd="0" presId="urn:microsoft.com/office/officeart/2005/8/layout/radial6"/>
    <dgm:cxn modelId="{D81CA0FF-AE86-644C-9091-CDD001B466FF}" type="presParOf" srcId="{2309B9FC-0D02-004F-81DB-C43F95B72892}" destId="{19D453F3-7BE7-E84A-8365-CF7425F34F87}" srcOrd="13" destOrd="0" presId="urn:microsoft.com/office/officeart/2005/8/layout/radial6"/>
    <dgm:cxn modelId="{9AFD933C-671D-314C-A873-49469A7C8C03}" type="presParOf" srcId="{2309B9FC-0D02-004F-81DB-C43F95B72892}" destId="{CD1E4217-F727-9A4A-BAD8-531C4EDBFE52}" srcOrd="14" destOrd="0" presId="urn:microsoft.com/office/officeart/2005/8/layout/radial6"/>
    <dgm:cxn modelId="{12AEEE6B-CBDB-FC43-A738-7125C9BE26B0}" type="presParOf" srcId="{2309B9FC-0D02-004F-81DB-C43F95B72892}" destId="{1751C4E3-833C-7B4A-A4D7-764A8A48A9B9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F2EDF2-FB5B-954F-9964-1297B3EBBF9C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0132CFE2-5B80-E241-8189-CA4B9A007880}">
      <dgm:prSet phldrT="[Text]"/>
      <dgm:spPr/>
      <dgm:t>
        <a:bodyPr/>
        <a:lstStyle/>
        <a:p>
          <a:r>
            <a:rPr lang="en-US" b="1" dirty="0"/>
            <a:t>Aims</a:t>
          </a:r>
        </a:p>
      </dgm:t>
    </dgm:pt>
    <dgm:pt modelId="{BAE26A80-4A77-BA44-A906-563DFB1FF10F}" type="parTrans" cxnId="{BF398894-E7D0-5347-8003-F8C51DE1E3E2}">
      <dgm:prSet/>
      <dgm:spPr/>
      <dgm:t>
        <a:bodyPr/>
        <a:lstStyle/>
        <a:p>
          <a:endParaRPr lang="en-US"/>
        </a:p>
      </dgm:t>
    </dgm:pt>
    <dgm:pt modelId="{2E39F8F6-E3D4-8446-8EDF-13C35169D9B3}" type="sibTrans" cxnId="{BF398894-E7D0-5347-8003-F8C51DE1E3E2}">
      <dgm:prSet/>
      <dgm:spPr/>
      <dgm:t>
        <a:bodyPr/>
        <a:lstStyle/>
        <a:p>
          <a:endParaRPr lang="en-US"/>
        </a:p>
      </dgm:t>
    </dgm:pt>
    <dgm:pt modelId="{FF658586-CF77-A84D-A971-B0D24B9C2055}">
      <dgm:prSet phldrT="[Text]"/>
      <dgm:spPr/>
      <dgm:t>
        <a:bodyPr/>
        <a:lstStyle/>
        <a:p>
          <a:r>
            <a:rPr lang="en-US" b="1" dirty="0"/>
            <a:t>Methods</a:t>
          </a:r>
        </a:p>
      </dgm:t>
    </dgm:pt>
    <dgm:pt modelId="{3D109774-94C1-A042-923D-AB2A87653CA7}" type="parTrans" cxnId="{446FB9CA-E452-874C-A28F-2D87A462C421}">
      <dgm:prSet/>
      <dgm:spPr/>
      <dgm:t>
        <a:bodyPr/>
        <a:lstStyle/>
        <a:p>
          <a:endParaRPr lang="en-US"/>
        </a:p>
      </dgm:t>
    </dgm:pt>
    <dgm:pt modelId="{4477C112-DDD4-E94D-8AFB-3EE06E64D20C}" type="sibTrans" cxnId="{446FB9CA-E452-874C-A28F-2D87A462C421}">
      <dgm:prSet/>
      <dgm:spPr/>
      <dgm:t>
        <a:bodyPr/>
        <a:lstStyle/>
        <a:p>
          <a:endParaRPr lang="en-US"/>
        </a:p>
      </dgm:t>
    </dgm:pt>
    <dgm:pt modelId="{3E24C1DB-ECC6-5148-AD68-13820ECD791C}">
      <dgm:prSet phldrT="[Text]"/>
      <dgm:spPr/>
      <dgm:t>
        <a:bodyPr/>
        <a:lstStyle/>
        <a:p>
          <a:r>
            <a:rPr lang="en-US" b="1" dirty="0"/>
            <a:t>Performance</a:t>
          </a:r>
        </a:p>
      </dgm:t>
    </dgm:pt>
    <dgm:pt modelId="{732A3EB7-5926-3343-B394-01744AF82D25}" type="parTrans" cxnId="{F498045B-0D43-5640-8F53-BBD3D9F67249}">
      <dgm:prSet/>
      <dgm:spPr/>
      <dgm:t>
        <a:bodyPr/>
        <a:lstStyle/>
        <a:p>
          <a:endParaRPr lang="en-US"/>
        </a:p>
      </dgm:t>
    </dgm:pt>
    <dgm:pt modelId="{83DB5751-D342-5A47-A6D7-73C24C8D34DC}" type="sibTrans" cxnId="{F498045B-0D43-5640-8F53-BBD3D9F67249}">
      <dgm:prSet/>
      <dgm:spPr/>
      <dgm:t>
        <a:bodyPr/>
        <a:lstStyle/>
        <a:p>
          <a:endParaRPr lang="en-US"/>
        </a:p>
      </dgm:t>
    </dgm:pt>
    <dgm:pt modelId="{78FD7357-8C4C-8D41-BAFC-1D5248614C03}">
      <dgm:prSet/>
      <dgm:spPr/>
      <dgm:t>
        <a:bodyPr/>
        <a:lstStyle/>
        <a:p>
          <a:r>
            <a:rPr lang="en-US" b="1" dirty="0"/>
            <a:t>Data</a:t>
          </a:r>
        </a:p>
      </dgm:t>
    </dgm:pt>
    <dgm:pt modelId="{22AEB2B6-A025-C249-843C-EB4762380E43}" type="parTrans" cxnId="{568A7CC2-7144-A849-B452-E7CF8524FCDC}">
      <dgm:prSet/>
      <dgm:spPr/>
      <dgm:t>
        <a:bodyPr/>
        <a:lstStyle/>
        <a:p>
          <a:endParaRPr lang="en-US"/>
        </a:p>
      </dgm:t>
    </dgm:pt>
    <dgm:pt modelId="{E17F7D9A-87D0-E141-9FA4-E77D5878715F}" type="sibTrans" cxnId="{568A7CC2-7144-A849-B452-E7CF8524FCDC}">
      <dgm:prSet/>
      <dgm:spPr/>
      <dgm:t>
        <a:bodyPr/>
        <a:lstStyle/>
        <a:p>
          <a:endParaRPr lang="en-US"/>
        </a:p>
      </dgm:t>
    </dgm:pt>
    <dgm:pt modelId="{E27F604A-977B-2A48-AB01-CA014176361F}">
      <dgm:prSet/>
      <dgm:spPr/>
      <dgm:t>
        <a:bodyPr/>
        <a:lstStyle/>
        <a:p>
          <a:r>
            <a:rPr lang="en-US" b="1" dirty="0"/>
            <a:t>Estimands</a:t>
          </a:r>
        </a:p>
      </dgm:t>
    </dgm:pt>
    <dgm:pt modelId="{323E98D5-C0D2-E948-B9BC-20EBD7905BCD}" type="parTrans" cxnId="{B0A41EB1-9DAA-ED48-A536-1AE6EBE0415C}">
      <dgm:prSet/>
      <dgm:spPr/>
      <dgm:t>
        <a:bodyPr/>
        <a:lstStyle/>
        <a:p>
          <a:endParaRPr lang="en-US"/>
        </a:p>
      </dgm:t>
    </dgm:pt>
    <dgm:pt modelId="{C9FDA961-42E1-EC41-BF88-AB0F8F93F3AB}" type="sibTrans" cxnId="{B0A41EB1-9DAA-ED48-A536-1AE6EBE0415C}">
      <dgm:prSet/>
      <dgm:spPr/>
      <dgm:t>
        <a:bodyPr/>
        <a:lstStyle/>
        <a:p>
          <a:endParaRPr lang="en-US"/>
        </a:p>
      </dgm:t>
    </dgm:pt>
    <dgm:pt modelId="{44473FC8-3CD6-2948-9108-F74B356979FD}" type="pres">
      <dgm:prSet presAssocID="{14F2EDF2-FB5B-954F-9964-1297B3EBBF9C}" presName="Name0" presStyleCnt="0">
        <dgm:presLayoutVars>
          <dgm:dir/>
          <dgm:resizeHandles val="exact"/>
        </dgm:presLayoutVars>
      </dgm:prSet>
      <dgm:spPr/>
    </dgm:pt>
    <dgm:pt modelId="{3E9CCB07-959C-484E-BAE7-FBCE36AC56CE}" type="pres">
      <dgm:prSet presAssocID="{0132CFE2-5B80-E241-8189-CA4B9A007880}" presName="node" presStyleLbl="node1" presStyleIdx="0" presStyleCnt="5">
        <dgm:presLayoutVars>
          <dgm:bulletEnabled val="1"/>
        </dgm:presLayoutVars>
      </dgm:prSet>
      <dgm:spPr/>
    </dgm:pt>
    <dgm:pt modelId="{F7D4E3B2-E126-B24B-B254-C30AD620D460}" type="pres">
      <dgm:prSet presAssocID="{2E39F8F6-E3D4-8446-8EDF-13C35169D9B3}" presName="sibTrans" presStyleLbl="sibTrans2D1" presStyleIdx="0" presStyleCnt="4"/>
      <dgm:spPr/>
    </dgm:pt>
    <dgm:pt modelId="{3B174BE8-EC9C-EE4D-BD3A-CD598C5E87BF}" type="pres">
      <dgm:prSet presAssocID="{2E39F8F6-E3D4-8446-8EDF-13C35169D9B3}" presName="connectorText" presStyleLbl="sibTrans2D1" presStyleIdx="0" presStyleCnt="4"/>
      <dgm:spPr/>
    </dgm:pt>
    <dgm:pt modelId="{88FF5CC6-7B4C-A34C-993C-C8E9CB1CC989}" type="pres">
      <dgm:prSet presAssocID="{78FD7357-8C4C-8D41-BAFC-1D5248614C03}" presName="node" presStyleLbl="node1" presStyleIdx="1" presStyleCnt="5">
        <dgm:presLayoutVars>
          <dgm:bulletEnabled val="1"/>
        </dgm:presLayoutVars>
      </dgm:prSet>
      <dgm:spPr/>
    </dgm:pt>
    <dgm:pt modelId="{A534EA28-5643-8442-8DE0-6CC4D1B3BD2D}" type="pres">
      <dgm:prSet presAssocID="{E17F7D9A-87D0-E141-9FA4-E77D5878715F}" presName="sibTrans" presStyleLbl="sibTrans2D1" presStyleIdx="1" presStyleCnt="4"/>
      <dgm:spPr/>
    </dgm:pt>
    <dgm:pt modelId="{877B63B9-04F1-A54E-991F-062B05E6258A}" type="pres">
      <dgm:prSet presAssocID="{E17F7D9A-87D0-E141-9FA4-E77D5878715F}" presName="connectorText" presStyleLbl="sibTrans2D1" presStyleIdx="1" presStyleCnt="4"/>
      <dgm:spPr/>
    </dgm:pt>
    <dgm:pt modelId="{C7A6C5DE-7D8D-B84F-95E8-0A1E60A6BD33}" type="pres">
      <dgm:prSet presAssocID="{E27F604A-977B-2A48-AB01-CA014176361F}" presName="node" presStyleLbl="node1" presStyleIdx="2" presStyleCnt="5">
        <dgm:presLayoutVars>
          <dgm:bulletEnabled val="1"/>
        </dgm:presLayoutVars>
      </dgm:prSet>
      <dgm:spPr/>
    </dgm:pt>
    <dgm:pt modelId="{0E1E5BD7-AF9C-6E40-A420-0D9338863497}" type="pres">
      <dgm:prSet presAssocID="{C9FDA961-42E1-EC41-BF88-AB0F8F93F3AB}" presName="sibTrans" presStyleLbl="sibTrans2D1" presStyleIdx="2" presStyleCnt="4"/>
      <dgm:spPr/>
    </dgm:pt>
    <dgm:pt modelId="{87DF6F2B-29EE-F24F-9FD6-B58538C18A83}" type="pres">
      <dgm:prSet presAssocID="{C9FDA961-42E1-EC41-BF88-AB0F8F93F3AB}" presName="connectorText" presStyleLbl="sibTrans2D1" presStyleIdx="2" presStyleCnt="4"/>
      <dgm:spPr/>
    </dgm:pt>
    <dgm:pt modelId="{5D641205-8394-A24D-8EE1-FB22E12CCCD6}" type="pres">
      <dgm:prSet presAssocID="{FF658586-CF77-A84D-A971-B0D24B9C2055}" presName="node" presStyleLbl="node1" presStyleIdx="3" presStyleCnt="5">
        <dgm:presLayoutVars>
          <dgm:bulletEnabled val="1"/>
        </dgm:presLayoutVars>
      </dgm:prSet>
      <dgm:spPr/>
    </dgm:pt>
    <dgm:pt modelId="{B321B353-4482-4A49-8CA8-97BA1F08E7C6}" type="pres">
      <dgm:prSet presAssocID="{4477C112-DDD4-E94D-8AFB-3EE06E64D20C}" presName="sibTrans" presStyleLbl="sibTrans2D1" presStyleIdx="3" presStyleCnt="4"/>
      <dgm:spPr/>
    </dgm:pt>
    <dgm:pt modelId="{1A896E3D-A7B7-F741-9C07-C1932C9D7556}" type="pres">
      <dgm:prSet presAssocID="{4477C112-DDD4-E94D-8AFB-3EE06E64D20C}" presName="connectorText" presStyleLbl="sibTrans2D1" presStyleIdx="3" presStyleCnt="4"/>
      <dgm:spPr/>
    </dgm:pt>
    <dgm:pt modelId="{27C7EA67-C98C-8D41-BC65-6148616440A8}" type="pres">
      <dgm:prSet presAssocID="{3E24C1DB-ECC6-5148-AD68-13820ECD791C}" presName="node" presStyleLbl="node1" presStyleIdx="4" presStyleCnt="5">
        <dgm:presLayoutVars>
          <dgm:bulletEnabled val="1"/>
        </dgm:presLayoutVars>
      </dgm:prSet>
      <dgm:spPr/>
    </dgm:pt>
  </dgm:ptLst>
  <dgm:cxnLst>
    <dgm:cxn modelId="{463EE302-681C-F445-90CA-2A5F7FB0C113}" type="presOf" srcId="{3E24C1DB-ECC6-5148-AD68-13820ECD791C}" destId="{27C7EA67-C98C-8D41-BC65-6148616440A8}" srcOrd="0" destOrd="0" presId="urn:microsoft.com/office/officeart/2005/8/layout/process1"/>
    <dgm:cxn modelId="{A3CFFC08-4526-2948-AE16-1B030EAF42AD}" type="presOf" srcId="{14F2EDF2-FB5B-954F-9964-1297B3EBBF9C}" destId="{44473FC8-3CD6-2948-9108-F74B356979FD}" srcOrd="0" destOrd="0" presId="urn:microsoft.com/office/officeart/2005/8/layout/process1"/>
    <dgm:cxn modelId="{F136F126-B63C-FC46-8020-78E09F4A17C5}" type="presOf" srcId="{C9FDA961-42E1-EC41-BF88-AB0F8F93F3AB}" destId="{87DF6F2B-29EE-F24F-9FD6-B58538C18A83}" srcOrd="1" destOrd="0" presId="urn:microsoft.com/office/officeart/2005/8/layout/process1"/>
    <dgm:cxn modelId="{30530228-E1F2-7547-95D9-6F4C34B913F4}" type="presOf" srcId="{2E39F8F6-E3D4-8446-8EDF-13C35169D9B3}" destId="{3B174BE8-EC9C-EE4D-BD3A-CD598C5E87BF}" srcOrd="1" destOrd="0" presId="urn:microsoft.com/office/officeart/2005/8/layout/process1"/>
    <dgm:cxn modelId="{12684F3B-3ECD-884A-B39D-15C4232D80D8}" type="presOf" srcId="{0132CFE2-5B80-E241-8189-CA4B9A007880}" destId="{3E9CCB07-959C-484E-BAE7-FBCE36AC56CE}" srcOrd="0" destOrd="0" presId="urn:microsoft.com/office/officeart/2005/8/layout/process1"/>
    <dgm:cxn modelId="{D48BA759-557B-1742-81AC-3B46DDD0B121}" type="presOf" srcId="{2E39F8F6-E3D4-8446-8EDF-13C35169D9B3}" destId="{F7D4E3B2-E126-B24B-B254-C30AD620D460}" srcOrd="0" destOrd="0" presId="urn:microsoft.com/office/officeart/2005/8/layout/process1"/>
    <dgm:cxn modelId="{F498045B-0D43-5640-8F53-BBD3D9F67249}" srcId="{14F2EDF2-FB5B-954F-9964-1297B3EBBF9C}" destId="{3E24C1DB-ECC6-5148-AD68-13820ECD791C}" srcOrd="4" destOrd="0" parTransId="{732A3EB7-5926-3343-B394-01744AF82D25}" sibTransId="{83DB5751-D342-5A47-A6D7-73C24C8D34DC}"/>
    <dgm:cxn modelId="{6B69E462-2960-A642-A5FB-101280817B94}" type="presOf" srcId="{FF658586-CF77-A84D-A971-B0D24B9C2055}" destId="{5D641205-8394-A24D-8EE1-FB22E12CCCD6}" srcOrd="0" destOrd="0" presId="urn:microsoft.com/office/officeart/2005/8/layout/process1"/>
    <dgm:cxn modelId="{57D54069-CDE8-A541-B14F-AAB4BF4DD1B1}" type="presOf" srcId="{E17F7D9A-87D0-E141-9FA4-E77D5878715F}" destId="{877B63B9-04F1-A54E-991F-062B05E6258A}" srcOrd="1" destOrd="0" presId="urn:microsoft.com/office/officeart/2005/8/layout/process1"/>
    <dgm:cxn modelId="{025FFE84-1F97-6B43-81EB-8E7299A04A7F}" type="presOf" srcId="{4477C112-DDD4-E94D-8AFB-3EE06E64D20C}" destId="{B321B353-4482-4A49-8CA8-97BA1F08E7C6}" srcOrd="0" destOrd="0" presId="urn:microsoft.com/office/officeart/2005/8/layout/process1"/>
    <dgm:cxn modelId="{E2220287-2452-B044-A9C4-F84D1F32EEF7}" type="presOf" srcId="{C9FDA961-42E1-EC41-BF88-AB0F8F93F3AB}" destId="{0E1E5BD7-AF9C-6E40-A420-0D9338863497}" srcOrd="0" destOrd="0" presId="urn:microsoft.com/office/officeart/2005/8/layout/process1"/>
    <dgm:cxn modelId="{BF398894-E7D0-5347-8003-F8C51DE1E3E2}" srcId="{14F2EDF2-FB5B-954F-9964-1297B3EBBF9C}" destId="{0132CFE2-5B80-E241-8189-CA4B9A007880}" srcOrd="0" destOrd="0" parTransId="{BAE26A80-4A77-BA44-A906-563DFB1FF10F}" sibTransId="{2E39F8F6-E3D4-8446-8EDF-13C35169D9B3}"/>
    <dgm:cxn modelId="{9EA651A0-E22F-7644-A74F-7DC0B47EC73C}" type="presOf" srcId="{E17F7D9A-87D0-E141-9FA4-E77D5878715F}" destId="{A534EA28-5643-8442-8DE0-6CC4D1B3BD2D}" srcOrd="0" destOrd="0" presId="urn:microsoft.com/office/officeart/2005/8/layout/process1"/>
    <dgm:cxn modelId="{A3403DAA-6B41-D94C-BA42-82C84306D329}" type="presOf" srcId="{4477C112-DDD4-E94D-8AFB-3EE06E64D20C}" destId="{1A896E3D-A7B7-F741-9C07-C1932C9D7556}" srcOrd="1" destOrd="0" presId="urn:microsoft.com/office/officeart/2005/8/layout/process1"/>
    <dgm:cxn modelId="{156C41B0-CC46-5445-B2C0-FAE4AA5A1606}" type="presOf" srcId="{E27F604A-977B-2A48-AB01-CA014176361F}" destId="{C7A6C5DE-7D8D-B84F-95E8-0A1E60A6BD33}" srcOrd="0" destOrd="0" presId="urn:microsoft.com/office/officeart/2005/8/layout/process1"/>
    <dgm:cxn modelId="{B0A41EB1-9DAA-ED48-A536-1AE6EBE0415C}" srcId="{14F2EDF2-FB5B-954F-9964-1297B3EBBF9C}" destId="{E27F604A-977B-2A48-AB01-CA014176361F}" srcOrd="2" destOrd="0" parTransId="{323E98D5-C0D2-E948-B9BC-20EBD7905BCD}" sibTransId="{C9FDA961-42E1-EC41-BF88-AB0F8F93F3AB}"/>
    <dgm:cxn modelId="{3A655CC0-F243-3F46-9BF1-DF884DBEAC71}" type="presOf" srcId="{78FD7357-8C4C-8D41-BAFC-1D5248614C03}" destId="{88FF5CC6-7B4C-A34C-993C-C8E9CB1CC989}" srcOrd="0" destOrd="0" presId="urn:microsoft.com/office/officeart/2005/8/layout/process1"/>
    <dgm:cxn modelId="{568A7CC2-7144-A849-B452-E7CF8524FCDC}" srcId="{14F2EDF2-FB5B-954F-9964-1297B3EBBF9C}" destId="{78FD7357-8C4C-8D41-BAFC-1D5248614C03}" srcOrd="1" destOrd="0" parTransId="{22AEB2B6-A025-C249-843C-EB4762380E43}" sibTransId="{E17F7D9A-87D0-E141-9FA4-E77D5878715F}"/>
    <dgm:cxn modelId="{446FB9CA-E452-874C-A28F-2D87A462C421}" srcId="{14F2EDF2-FB5B-954F-9964-1297B3EBBF9C}" destId="{FF658586-CF77-A84D-A971-B0D24B9C2055}" srcOrd="3" destOrd="0" parTransId="{3D109774-94C1-A042-923D-AB2A87653CA7}" sibTransId="{4477C112-DDD4-E94D-8AFB-3EE06E64D20C}"/>
    <dgm:cxn modelId="{B02FE065-DF93-A349-8911-D7D29265EA23}" type="presParOf" srcId="{44473FC8-3CD6-2948-9108-F74B356979FD}" destId="{3E9CCB07-959C-484E-BAE7-FBCE36AC56CE}" srcOrd="0" destOrd="0" presId="urn:microsoft.com/office/officeart/2005/8/layout/process1"/>
    <dgm:cxn modelId="{4B2F173E-27B9-1D48-B770-A1E94C4FB819}" type="presParOf" srcId="{44473FC8-3CD6-2948-9108-F74B356979FD}" destId="{F7D4E3B2-E126-B24B-B254-C30AD620D460}" srcOrd="1" destOrd="0" presId="urn:microsoft.com/office/officeart/2005/8/layout/process1"/>
    <dgm:cxn modelId="{9316E1AB-7A63-AB4A-90AF-F8B41BDA2AE0}" type="presParOf" srcId="{F7D4E3B2-E126-B24B-B254-C30AD620D460}" destId="{3B174BE8-EC9C-EE4D-BD3A-CD598C5E87BF}" srcOrd="0" destOrd="0" presId="urn:microsoft.com/office/officeart/2005/8/layout/process1"/>
    <dgm:cxn modelId="{E4A573C8-654A-C44B-884E-1E34F6BA12B1}" type="presParOf" srcId="{44473FC8-3CD6-2948-9108-F74B356979FD}" destId="{88FF5CC6-7B4C-A34C-993C-C8E9CB1CC989}" srcOrd="2" destOrd="0" presId="urn:microsoft.com/office/officeart/2005/8/layout/process1"/>
    <dgm:cxn modelId="{604148AC-98FE-2A49-8FD5-6BD8DC03F453}" type="presParOf" srcId="{44473FC8-3CD6-2948-9108-F74B356979FD}" destId="{A534EA28-5643-8442-8DE0-6CC4D1B3BD2D}" srcOrd="3" destOrd="0" presId="urn:microsoft.com/office/officeart/2005/8/layout/process1"/>
    <dgm:cxn modelId="{7A077582-9177-3949-84F8-EB9CEA990421}" type="presParOf" srcId="{A534EA28-5643-8442-8DE0-6CC4D1B3BD2D}" destId="{877B63B9-04F1-A54E-991F-062B05E6258A}" srcOrd="0" destOrd="0" presId="urn:microsoft.com/office/officeart/2005/8/layout/process1"/>
    <dgm:cxn modelId="{DAF8FF4D-D4EC-AF44-8159-91145AB210A4}" type="presParOf" srcId="{44473FC8-3CD6-2948-9108-F74B356979FD}" destId="{C7A6C5DE-7D8D-B84F-95E8-0A1E60A6BD33}" srcOrd="4" destOrd="0" presId="urn:microsoft.com/office/officeart/2005/8/layout/process1"/>
    <dgm:cxn modelId="{F6DB3405-0C8F-2A4E-BCC3-924AF3BFA3E3}" type="presParOf" srcId="{44473FC8-3CD6-2948-9108-F74B356979FD}" destId="{0E1E5BD7-AF9C-6E40-A420-0D9338863497}" srcOrd="5" destOrd="0" presId="urn:microsoft.com/office/officeart/2005/8/layout/process1"/>
    <dgm:cxn modelId="{B5E25B1D-B218-3E4D-BB31-7B41BA3EEB26}" type="presParOf" srcId="{0E1E5BD7-AF9C-6E40-A420-0D9338863497}" destId="{87DF6F2B-29EE-F24F-9FD6-B58538C18A83}" srcOrd="0" destOrd="0" presId="urn:microsoft.com/office/officeart/2005/8/layout/process1"/>
    <dgm:cxn modelId="{A1E31FF4-1840-D546-8D40-3CF9CE44A996}" type="presParOf" srcId="{44473FC8-3CD6-2948-9108-F74B356979FD}" destId="{5D641205-8394-A24D-8EE1-FB22E12CCCD6}" srcOrd="6" destOrd="0" presId="urn:microsoft.com/office/officeart/2005/8/layout/process1"/>
    <dgm:cxn modelId="{11E34971-1B49-8E43-8B3C-8166540787CD}" type="presParOf" srcId="{44473FC8-3CD6-2948-9108-F74B356979FD}" destId="{B321B353-4482-4A49-8CA8-97BA1F08E7C6}" srcOrd="7" destOrd="0" presId="urn:microsoft.com/office/officeart/2005/8/layout/process1"/>
    <dgm:cxn modelId="{897B4A9A-2096-094A-858C-0A06834AD755}" type="presParOf" srcId="{B321B353-4482-4A49-8CA8-97BA1F08E7C6}" destId="{1A896E3D-A7B7-F741-9C07-C1932C9D7556}" srcOrd="0" destOrd="0" presId="urn:microsoft.com/office/officeart/2005/8/layout/process1"/>
    <dgm:cxn modelId="{74E93379-8AD8-2741-A1DF-B4DB289D318C}" type="presParOf" srcId="{44473FC8-3CD6-2948-9108-F74B356979FD}" destId="{27C7EA67-C98C-8D41-BC65-6148616440A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99439B-7D8D-6C4B-9262-0BEDAB69184D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755470-2046-9F47-A6F1-72CBB9836C0C}">
      <dgm:prSet/>
      <dgm:spPr/>
      <dgm:t>
        <a:bodyPr/>
        <a:lstStyle/>
        <a:p>
          <a:r>
            <a:rPr lang="en-US" b="0" i="0" baseline="0"/>
            <a:t>Demonstrate a new method</a:t>
          </a:r>
          <a:endParaRPr lang="en-US"/>
        </a:p>
      </dgm:t>
    </dgm:pt>
    <dgm:pt modelId="{23F0E7F2-5B50-B24E-A50D-A52842A51A04}" type="parTrans" cxnId="{FC46AB5A-5CDA-0D48-A93F-752107A8C63D}">
      <dgm:prSet/>
      <dgm:spPr/>
      <dgm:t>
        <a:bodyPr/>
        <a:lstStyle/>
        <a:p>
          <a:endParaRPr lang="en-US"/>
        </a:p>
      </dgm:t>
    </dgm:pt>
    <dgm:pt modelId="{AA6B0C9F-CBE0-914C-93E9-BA0C36AAC6EF}" type="sibTrans" cxnId="{FC46AB5A-5CDA-0D48-A93F-752107A8C63D}">
      <dgm:prSet/>
      <dgm:spPr/>
      <dgm:t>
        <a:bodyPr/>
        <a:lstStyle/>
        <a:p>
          <a:endParaRPr lang="en-US"/>
        </a:p>
      </dgm:t>
    </dgm:pt>
    <dgm:pt modelId="{1E8C3F4A-5549-0C42-8BD6-4C582F213D24}">
      <dgm:prSet/>
      <dgm:spPr/>
      <dgm:t>
        <a:bodyPr/>
        <a:lstStyle/>
        <a:p>
          <a:r>
            <a:rPr lang="en-US" b="0" i="0" baseline="0" dirty="0"/>
            <a:t>Explore robustness or bias</a:t>
          </a:r>
          <a:endParaRPr lang="en-US" dirty="0"/>
        </a:p>
      </dgm:t>
    </dgm:pt>
    <dgm:pt modelId="{D7A1B621-990C-6D4A-BD11-9FFC0A08B507}" type="parTrans" cxnId="{2F3D7EE8-E479-FB4F-82A6-1F3E2006DABE}">
      <dgm:prSet/>
      <dgm:spPr/>
      <dgm:t>
        <a:bodyPr/>
        <a:lstStyle/>
        <a:p>
          <a:endParaRPr lang="en-US"/>
        </a:p>
      </dgm:t>
    </dgm:pt>
    <dgm:pt modelId="{1D9A61FB-D5EA-CB4B-9D59-3418CCDACDA1}" type="sibTrans" cxnId="{2F3D7EE8-E479-FB4F-82A6-1F3E2006DABE}">
      <dgm:prSet/>
      <dgm:spPr/>
      <dgm:t>
        <a:bodyPr/>
        <a:lstStyle/>
        <a:p>
          <a:endParaRPr lang="en-US"/>
        </a:p>
      </dgm:t>
    </dgm:pt>
    <dgm:pt modelId="{BF4F4317-AED8-7342-8410-0F9FF9832220}">
      <dgm:prSet/>
      <dgm:spPr/>
      <dgm:t>
        <a:bodyPr/>
        <a:lstStyle/>
        <a:p>
          <a:r>
            <a:rPr lang="en-US" b="0" i="0" baseline="0" dirty="0"/>
            <a:t>Compare competing methods</a:t>
          </a:r>
          <a:endParaRPr lang="en-US" dirty="0"/>
        </a:p>
      </dgm:t>
    </dgm:pt>
    <dgm:pt modelId="{38A51118-7C56-374F-BD12-C7BAC3E71350}" type="parTrans" cxnId="{5B9A53CC-A15F-4C4B-BF90-CDDA8E568064}">
      <dgm:prSet/>
      <dgm:spPr/>
      <dgm:t>
        <a:bodyPr/>
        <a:lstStyle/>
        <a:p>
          <a:endParaRPr lang="en-US"/>
        </a:p>
      </dgm:t>
    </dgm:pt>
    <dgm:pt modelId="{F2ED96F9-4120-9542-B290-BFA0E61A7F16}" type="sibTrans" cxnId="{5B9A53CC-A15F-4C4B-BF90-CDDA8E568064}">
      <dgm:prSet/>
      <dgm:spPr/>
      <dgm:t>
        <a:bodyPr/>
        <a:lstStyle/>
        <a:p>
          <a:endParaRPr lang="en-US"/>
        </a:p>
      </dgm:t>
    </dgm:pt>
    <dgm:pt modelId="{CE503EDC-594D-134E-BA8B-45D9175FA9CE}">
      <dgm:prSet/>
      <dgm:spPr/>
      <dgm:t>
        <a:bodyPr/>
        <a:lstStyle/>
        <a:p>
          <a:r>
            <a:rPr lang="en-US" b="0" i="0" baseline="0"/>
            <a:t>Inform study design</a:t>
          </a:r>
          <a:endParaRPr lang="en-US"/>
        </a:p>
      </dgm:t>
    </dgm:pt>
    <dgm:pt modelId="{DCC05FDE-EF3B-3747-B357-E21A96567449}" type="parTrans" cxnId="{8E32D339-595B-484C-B227-63542B85A4F4}">
      <dgm:prSet/>
      <dgm:spPr/>
      <dgm:t>
        <a:bodyPr/>
        <a:lstStyle/>
        <a:p>
          <a:endParaRPr lang="en-US"/>
        </a:p>
      </dgm:t>
    </dgm:pt>
    <dgm:pt modelId="{C0FCE759-1AED-9A4F-8FEE-A2B034FFC7B4}" type="sibTrans" cxnId="{8E32D339-595B-484C-B227-63542B85A4F4}">
      <dgm:prSet/>
      <dgm:spPr/>
      <dgm:t>
        <a:bodyPr/>
        <a:lstStyle/>
        <a:p>
          <a:endParaRPr lang="en-US"/>
        </a:p>
      </dgm:t>
    </dgm:pt>
    <dgm:pt modelId="{CC9F73C7-D47F-FA4B-8EA2-3B05324E5DFF}" type="pres">
      <dgm:prSet presAssocID="{E999439B-7D8D-6C4B-9262-0BEDAB69184D}" presName="Name0" presStyleCnt="0">
        <dgm:presLayoutVars>
          <dgm:chMax val="7"/>
          <dgm:chPref val="7"/>
          <dgm:dir/>
        </dgm:presLayoutVars>
      </dgm:prSet>
      <dgm:spPr/>
    </dgm:pt>
    <dgm:pt modelId="{B10EF0FE-C670-5141-BA70-51CEE2DD3DAF}" type="pres">
      <dgm:prSet presAssocID="{E999439B-7D8D-6C4B-9262-0BEDAB69184D}" presName="Name1" presStyleCnt="0"/>
      <dgm:spPr/>
    </dgm:pt>
    <dgm:pt modelId="{A69AAA5B-985D-B545-8E17-F558C5091E52}" type="pres">
      <dgm:prSet presAssocID="{E999439B-7D8D-6C4B-9262-0BEDAB69184D}" presName="cycle" presStyleCnt="0"/>
      <dgm:spPr/>
    </dgm:pt>
    <dgm:pt modelId="{450FAF15-008F-AC4C-8F4C-CEEC3C4D3F2B}" type="pres">
      <dgm:prSet presAssocID="{E999439B-7D8D-6C4B-9262-0BEDAB69184D}" presName="srcNode" presStyleLbl="node1" presStyleIdx="0" presStyleCnt="4"/>
      <dgm:spPr/>
    </dgm:pt>
    <dgm:pt modelId="{D14FA7F5-0B15-B44D-B5E2-EFDF21885B1C}" type="pres">
      <dgm:prSet presAssocID="{E999439B-7D8D-6C4B-9262-0BEDAB69184D}" presName="conn" presStyleLbl="parChTrans1D2" presStyleIdx="0" presStyleCnt="1"/>
      <dgm:spPr/>
    </dgm:pt>
    <dgm:pt modelId="{4B030874-D5B9-864A-96DE-3C528AFF3B73}" type="pres">
      <dgm:prSet presAssocID="{E999439B-7D8D-6C4B-9262-0BEDAB69184D}" presName="extraNode" presStyleLbl="node1" presStyleIdx="0" presStyleCnt="4"/>
      <dgm:spPr/>
    </dgm:pt>
    <dgm:pt modelId="{D63C1948-7ACF-3749-9E73-44A47C2E415B}" type="pres">
      <dgm:prSet presAssocID="{E999439B-7D8D-6C4B-9262-0BEDAB69184D}" presName="dstNode" presStyleLbl="node1" presStyleIdx="0" presStyleCnt="4"/>
      <dgm:spPr/>
    </dgm:pt>
    <dgm:pt modelId="{BA78BA54-94D0-6C43-8F8C-1FFAFABFF2A2}" type="pres">
      <dgm:prSet presAssocID="{76755470-2046-9F47-A6F1-72CBB9836C0C}" presName="text_1" presStyleLbl="node1" presStyleIdx="0" presStyleCnt="4">
        <dgm:presLayoutVars>
          <dgm:bulletEnabled val="1"/>
        </dgm:presLayoutVars>
      </dgm:prSet>
      <dgm:spPr/>
    </dgm:pt>
    <dgm:pt modelId="{97445CD1-8346-2E42-A814-A3040D1E0A25}" type="pres">
      <dgm:prSet presAssocID="{76755470-2046-9F47-A6F1-72CBB9836C0C}" presName="accent_1" presStyleCnt="0"/>
      <dgm:spPr/>
    </dgm:pt>
    <dgm:pt modelId="{26E5BE8D-39CB-DB4C-8C81-7323D35C18C0}" type="pres">
      <dgm:prSet presAssocID="{76755470-2046-9F47-A6F1-72CBB9836C0C}" presName="accentRepeatNode" presStyleLbl="solidFgAcc1" presStyleIdx="0" presStyleCnt="4"/>
      <dgm:spPr/>
    </dgm:pt>
    <dgm:pt modelId="{E8A1001E-93E3-654B-B916-D4D90F9F1D83}" type="pres">
      <dgm:prSet presAssocID="{1E8C3F4A-5549-0C42-8BD6-4C582F213D24}" presName="text_2" presStyleLbl="node1" presStyleIdx="1" presStyleCnt="4">
        <dgm:presLayoutVars>
          <dgm:bulletEnabled val="1"/>
        </dgm:presLayoutVars>
      </dgm:prSet>
      <dgm:spPr/>
    </dgm:pt>
    <dgm:pt modelId="{19E10854-7EF9-E747-9473-32A88FD91CC8}" type="pres">
      <dgm:prSet presAssocID="{1E8C3F4A-5549-0C42-8BD6-4C582F213D24}" presName="accent_2" presStyleCnt="0"/>
      <dgm:spPr/>
    </dgm:pt>
    <dgm:pt modelId="{8FAC96CB-0C0C-9643-8A3D-881AD5273703}" type="pres">
      <dgm:prSet presAssocID="{1E8C3F4A-5549-0C42-8BD6-4C582F213D24}" presName="accentRepeatNode" presStyleLbl="solidFgAcc1" presStyleIdx="1" presStyleCnt="4"/>
      <dgm:spPr/>
    </dgm:pt>
    <dgm:pt modelId="{8EC67163-6285-1845-9882-55D6678A6BD0}" type="pres">
      <dgm:prSet presAssocID="{BF4F4317-AED8-7342-8410-0F9FF9832220}" presName="text_3" presStyleLbl="node1" presStyleIdx="2" presStyleCnt="4">
        <dgm:presLayoutVars>
          <dgm:bulletEnabled val="1"/>
        </dgm:presLayoutVars>
      </dgm:prSet>
      <dgm:spPr/>
    </dgm:pt>
    <dgm:pt modelId="{A832972D-489D-F94C-B562-309E890CCDF7}" type="pres">
      <dgm:prSet presAssocID="{BF4F4317-AED8-7342-8410-0F9FF9832220}" presName="accent_3" presStyleCnt="0"/>
      <dgm:spPr/>
    </dgm:pt>
    <dgm:pt modelId="{6A71D795-D4E9-ED46-B356-AFA351334866}" type="pres">
      <dgm:prSet presAssocID="{BF4F4317-AED8-7342-8410-0F9FF9832220}" presName="accentRepeatNode" presStyleLbl="solidFgAcc1" presStyleIdx="2" presStyleCnt="4"/>
      <dgm:spPr/>
    </dgm:pt>
    <dgm:pt modelId="{B188E163-9AC6-C64A-8348-6499A8E6E6A3}" type="pres">
      <dgm:prSet presAssocID="{CE503EDC-594D-134E-BA8B-45D9175FA9CE}" presName="text_4" presStyleLbl="node1" presStyleIdx="3" presStyleCnt="4">
        <dgm:presLayoutVars>
          <dgm:bulletEnabled val="1"/>
        </dgm:presLayoutVars>
      </dgm:prSet>
      <dgm:spPr/>
    </dgm:pt>
    <dgm:pt modelId="{346B7F89-5419-7F4F-A298-6678DFA5ABF9}" type="pres">
      <dgm:prSet presAssocID="{CE503EDC-594D-134E-BA8B-45D9175FA9CE}" presName="accent_4" presStyleCnt="0"/>
      <dgm:spPr/>
    </dgm:pt>
    <dgm:pt modelId="{ED78F6A9-088E-774D-86B3-C971B20015ED}" type="pres">
      <dgm:prSet presAssocID="{CE503EDC-594D-134E-BA8B-45D9175FA9CE}" presName="accentRepeatNode" presStyleLbl="solidFgAcc1" presStyleIdx="3" presStyleCnt="4"/>
      <dgm:spPr/>
    </dgm:pt>
  </dgm:ptLst>
  <dgm:cxnLst>
    <dgm:cxn modelId="{2564E80D-0918-E446-8348-7D8F93CF0869}" type="presOf" srcId="{BF4F4317-AED8-7342-8410-0F9FF9832220}" destId="{8EC67163-6285-1845-9882-55D6678A6BD0}" srcOrd="0" destOrd="0" presId="urn:microsoft.com/office/officeart/2008/layout/VerticalCurvedList"/>
    <dgm:cxn modelId="{22CC8D10-4F60-9B4D-88E1-00010BEC80FB}" type="presOf" srcId="{76755470-2046-9F47-A6F1-72CBB9836C0C}" destId="{BA78BA54-94D0-6C43-8F8C-1FFAFABFF2A2}" srcOrd="0" destOrd="0" presId="urn:microsoft.com/office/officeart/2008/layout/VerticalCurvedList"/>
    <dgm:cxn modelId="{8E32D339-595B-484C-B227-63542B85A4F4}" srcId="{E999439B-7D8D-6C4B-9262-0BEDAB69184D}" destId="{CE503EDC-594D-134E-BA8B-45D9175FA9CE}" srcOrd="3" destOrd="0" parTransId="{DCC05FDE-EF3B-3747-B357-E21A96567449}" sibTransId="{C0FCE759-1AED-9A4F-8FEE-A2B034FFC7B4}"/>
    <dgm:cxn modelId="{FC46AB5A-5CDA-0D48-A93F-752107A8C63D}" srcId="{E999439B-7D8D-6C4B-9262-0BEDAB69184D}" destId="{76755470-2046-9F47-A6F1-72CBB9836C0C}" srcOrd="0" destOrd="0" parTransId="{23F0E7F2-5B50-B24E-A50D-A52842A51A04}" sibTransId="{AA6B0C9F-CBE0-914C-93E9-BA0C36AAC6EF}"/>
    <dgm:cxn modelId="{51615E72-4FCB-4F4A-90F4-ABC33A984588}" type="presOf" srcId="{AA6B0C9F-CBE0-914C-93E9-BA0C36AAC6EF}" destId="{D14FA7F5-0B15-B44D-B5E2-EFDF21885B1C}" srcOrd="0" destOrd="0" presId="urn:microsoft.com/office/officeart/2008/layout/VerticalCurvedList"/>
    <dgm:cxn modelId="{EC3FC1B2-A15A-FE4C-AE26-3722E3F205BD}" type="presOf" srcId="{E999439B-7D8D-6C4B-9262-0BEDAB69184D}" destId="{CC9F73C7-D47F-FA4B-8EA2-3B05324E5DFF}" srcOrd="0" destOrd="0" presId="urn:microsoft.com/office/officeart/2008/layout/VerticalCurvedList"/>
    <dgm:cxn modelId="{23A541BA-56E7-B444-9090-7668842B4443}" type="presOf" srcId="{1E8C3F4A-5549-0C42-8BD6-4C582F213D24}" destId="{E8A1001E-93E3-654B-B916-D4D90F9F1D83}" srcOrd="0" destOrd="0" presId="urn:microsoft.com/office/officeart/2008/layout/VerticalCurvedList"/>
    <dgm:cxn modelId="{5B9A53CC-A15F-4C4B-BF90-CDDA8E568064}" srcId="{E999439B-7D8D-6C4B-9262-0BEDAB69184D}" destId="{BF4F4317-AED8-7342-8410-0F9FF9832220}" srcOrd="2" destOrd="0" parTransId="{38A51118-7C56-374F-BD12-C7BAC3E71350}" sibTransId="{F2ED96F9-4120-9542-B290-BFA0E61A7F16}"/>
    <dgm:cxn modelId="{2F3D7EE8-E479-FB4F-82A6-1F3E2006DABE}" srcId="{E999439B-7D8D-6C4B-9262-0BEDAB69184D}" destId="{1E8C3F4A-5549-0C42-8BD6-4C582F213D24}" srcOrd="1" destOrd="0" parTransId="{D7A1B621-990C-6D4A-BD11-9FFC0A08B507}" sibTransId="{1D9A61FB-D5EA-CB4B-9D59-3418CCDACDA1}"/>
    <dgm:cxn modelId="{9838EDED-775A-2149-B87E-9BC1AF4EA428}" type="presOf" srcId="{CE503EDC-594D-134E-BA8B-45D9175FA9CE}" destId="{B188E163-9AC6-C64A-8348-6499A8E6E6A3}" srcOrd="0" destOrd="0" presId="urn:microsoft.com/office/officeart/2008/layout/VerticalCurvedList"/>
    <dgm:cxn modelId="{841A6671-BB06-484A-97D5-6B5FC612634A}" type="presParOf" srcId="{CC9F73C7-D47F-FA4B-8EA2-3B05324E5DFF}" destId="{B10EF0FE-C670-5141-BA70-51CEE2DD3DAF}" srcOrd="0" destOrd="0" presId="urn:microsoft.com/office/officeart/2008/layout/VerticalCurvedList"/>
    <dgm:cxn modelId="{F853C76A-09D3-7A45-BF3D-7D1DF8EF062B}" type="presParOf" srcId="{B10EF0FE-C670-5141-BA70-51CEE2DD3DAF}" destId="{A69AAA5B-985D-B545-8E17-F558C5091E52}" srcOrd="0" destOrd="0" presId="urn:microsoft.com/office/officeart/2008/layout/VerticalCurvedList"/>
    <dgm:cxn modelId="{29E75822-2297-CD4C-857D-ECD9F58F9A7D}" type="presParOf" srcId="{A69AAA5B-985D-B545-8E17-F558C5091E52}" destId="{450FAF15-008F-AC4C-8F4C-CEEC3C4D3F2B}" srcOrd="0" destOrd="0" presId="urn:microsoft.com/office/officeart/2008/layout/VerticalCurvedList"/>
    <dgm:cxn modelId="{6E39E693-08D0-A145-BA30-14DE01DC2542}" type="presParOf" srcId="{A69AAA5B-985D-B545-8E17-F558C5091E52}" destId="{D14FA7F5-0B15-B44D-B5E2-EFDF21885B1C}" srcOrd="1" destOrd="0" presId="urn:microsoft.com/office/officeart/2008/layout/VerticalCurvedList"/>
    <dgm:cxn modelId="{ED8F9A32-A3A0-3346-BE81-D3990B00D1F3}" type="presParOf" srcId="{A69AAA5B-985D-B545-8E17-F558C5091E52}" destId="{4B030874-D5B9-864A-96DE-3C528AFF3B73}" srcOrd="2" destOrd="0" presId="urn:microsoft.com/office/officeart/2008/layout/VerticalCurvedList"/>
    <dgm:cxn modelId="{B710D309-7A95-A943-A3F1-2EEACCCB4F72}" type="presParOf" srcId="{A69AAA5B-985D-B545-8E17-F558C5091E52}" destId="{D63C1948-7ACF-3749-9E73-44A47C2E415B}" srcOrd="3" destOrd="0" presId="urn:microsoft.com/office/officeart/2008/layout/VerticalCurvedList"/>
    <dgm:cxn modelId="{E065E39D-E037-8A48-8800-9C1DB75BE9DB}" type="presParOf" srcId="{B10EF0FE-C670-5141-BA70-51CEE2DD3DAF}" destId="{BA78BA54-94D0-6C43-8F8C-1FFAFABFF2A2}" srcOrd="1" destOrd="0" presId="urn:microsoft.com/office/officeart/2008/layout/VerticalCurvedList"/>
    <dgm:cxn modelId="{8B802435-A910-F94E-AA34-18188331795A}" type="presParOf" srcId="{B10EF0FE-C670-5141-BA70-51CEE2DD3DAF}" destId="{97445CD1-8346-2E42-A814-A3040D1E0A25}" srcOrd="2" destOrd="0" presId="urn:microsoft.com/office/officeart/2008/layout/VerticalCurvedList"/>
    <dgm:cxn modelId="{5A0EA75C-270F-4F4D-9CC4-91942952302E}" type="presParOf" srcId="{97445CD1-8346-2E42-A814-A3040D1E0A25}" destId="{26E5BE8D-39CB-DB4C-8C81-7323D35C18C0}" srcOrd="0" destOrd="0" presId="urn:microsoft.com/office/officeart/2008/layout/VerticalCurvedList"/>
    <dgm:cxn modelId="{A6C73DA4-5C45-3048-BAAD-78C4B979D11A}" type="presParOf" srcId="{B10EF0FE-C670-5141-BA70-51CEE2DD3DAF}" destId="{E8A1001E-93E3-654B-B916-D4D90F9F1D83}" srcOrd="3" destOrd="0" presId="urn:microsoft.com/office/officeart/2008/layout/VerticalCurvedList"/>
    <dgm:cxn modelId="{99AD40D0-B903-C740-8549-196868F8E5A7}" type="presParOf" srcId="{B10EF0FE-C670-5141-BA70-51CEE2DD3DAF}" destId="{19E10854-7EF9-E747-9473-32A88FD91CC8}" srcOrd="4" destOrd="0" presId="urn:microsoft.com/office/officeart/2008/layout/VerticalCurvedList"/>
    <dgm:cxn modelId="{4D27800F-0BE3-B847-A657-DE005960097B}" type="presParOf" srcId="{19E10854-7EF9-E747-9473-32A88FD91CC8}" destId="{8FAC96CB-0C0C-9643-8A3D-881AD5273703}" srcOrd="0" destOrd="0" presId="urn:microsoft.com/office/officeart/2008/layout/VerticalCurvedList"/>
    <dgm:cxn modelId="{EC946DAF-C39B-1842-A818-F343B53A190D}" type="presParOf" srcId="{B10EF0FE-C670-5141-BA70-51CEE2DD3DAF}" destId="{8EC67163-6285-1845-9882-55D6678A6BD0}" srcOrd="5" destOrd="0" presId="urn:microsoft.com/office/officeart/2008/layout/VerticalCurvedList"/>
    <dgm:cxn modelId="{66D3CB72-816F-7049-9444-67EBA17D6BD9}" type="presParOf" srcId="{B10EF0FE-C670-5141-BA70-51CEE2DD3DAF}" destId="{A832972D-489D-F94C-B562-309E890CCDF7}" srcOrd="6" destOrd="0" presId="urn:microsoft.com/office/officeart/2008/layout/VerticalCurvedList"/>
    <dgm:cxn modelId="{2DB46059-A47A-C54B-B2CC-B57ACBD6AC34}" type="presParOf" srcId="{A832972D-489D-F94C-B562-309E890CCDF7}" destId="{6A71D795-D4E9-ED46-B356-AFA351334866}" srcOrd="0" destOrd="0" presId="urn:microsoft.com/office/officeart/2008/layout/VerticalCurvedList"/>
    <dgm:cxn modelId="{811A9627-CA9B-BD46-8ABB-949A6D3058D6}" type="presParOf" srcId="{B10EF0FE-C670-5141-BA70-51CEE2DD3DAF}" destId="{B188E163-9AC6-C64A-8348-6499A8E6E6A3}" srcOrd="7" destOrd="0" presId="urn:microsoft.com/office/officeart/2008/layout/VerticalCurvedList"/>
    <dgm:cxn modelId="{006C9496-7649-4247-8777-729CD2B6A20F}" type="presParOf" srcId="{B10EF0FE-C670-5141-BA70-51CEE2DD3DAF}" destId="{346B7F89-5419-7F4F-A298-6678DFA5ABF9}" srcOrd="8" destOrd="0" presId="urn:microsoft.com/office/officeart/2008/layout/VerticalCurvedList"/>
    <dgm:cxn modelId="{522373CB-71DA-1140-ABE4-054775C0043E}" type="presParOf" srcId="{346B7F89-5419-7F4F-A298-6678DFA5ABF9}" destId="{ED78F6A9-088E-774D-86B3-C971B20015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A0FEFE-14E5-5A45-9ECE-D559425CAA29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DD095-A4A9-934E-BEE2-8771AA8420F2}">
      <dgm:prSet phldrT="[Text]"/>
      <dgm:spPr/>
      <dgm:t>
        <a:bodyPr/>
        <a:lstStyle/>
        <a:p>
          <a:r>
            <a:rPr lang="en-US" dirty="0"/>
            <a:t>Bad Aims</a:t>
          </a:r>
        </a:p>
      </dgm:t>
    </dgm:pt>
    <dgm:pt modelId="{F67C6B2A-9127-1844-B5F6-65F40515563B}" type="parTrans" cxnId="{5A20687E-9B6B-5A42-A292-DBB0601B7D23}">
      <dgm:prSet/>
      <dgm:spPr/>
      <dgm:t>
        <a:bodyPr/>
        <a:lstStyle/>
        <a:p>
          <a:endParaRPr lang="en-US"/>
        </a:p>
      </dgm:t>
    </dgm:pt>
    <dgm:pt modelId="{E6AEAC79-4028-1546-A653-35E0EC206EF4}" type="sibTrans" cxnId="{5A20687E-9B6B-5A42-A292-DBB0601B7D23}">
      <dgm:prSet/>
      <dgm:spPr/>
      <dgm:t>
        <a:bodyPr/>
        <a:lstStyle/>
        <a:p>
          <a:endParaRPr lang="en-US"/>
        </a:p>
      </dgm:t>
    </dgm:pt>
    <dgm:pt modelId="{1877930E-590E-8C41-B89F-0019BD4D0AE3}">
      <dgm:prSet phldrT="[Text]"/>
      <dgm:spPr/>
      <dgm:t>
        <a:bodyPr/>
        <a:lstStyle/>
        <a:p>
          <a:pPr>
            <a:buNone/>
          </a:pPr>
          <a:r>
            <a:rPr lang="en-US" b="0" dirty="0"/>
            <a:t>Determine the sample size</a:t>
          </a:r>
          <a:endParaRPr lang="en-US" dirty="0"/>
        </a:p>
      </dgm:t>
    </dgm:pt>
    <dgm:pt modelId="{3617BC74-BED9-CE49-897E-89D5E1A7BE20}" type="parTrans" cxnId="{88B200B1-0B6D-1341-950A-F845C50BA198}">
      <dgm:prSet/>
      <dgm:spPr/>
      <dgm:t>
        <a:bodyPr/>
        <a:lstStyle/>
        <a:p>
          <a:endParaRPr lang="en-US"/>
        </a:p>
      </dgm:t>
    </dgm:pt>
    <dgm:pt modelId="{32CE66D5-C2EE-0749-B415-FA953350E081}" type="sibTrans" cxnId="{88B200B1-0B6D-1341-950A-F845C50BA198}">
      <dgm:prSet/>
      <dgm:spPr/>
      <dgm:t>
        <a:bodyPr/>
        <a:lstStyle/>
        <a:p>
          <a:endParaRPr lang="en-US"/>
        </a:p>
      </dgm:t>
    </dgm:pt>
    <dgm:pt modelId="{4CD99879-AB1E-4042-910E-0BB1003CE906}">
      <dgm:prSet phldrT="[Text]"/>
      <dgm:spPr/>
      <dgm:t>
        <a:bodyPr/>
        <a:lstStyle/>
        <a:p>
          <a:r>
            <a:rPr lang="en-US" dirty="0"/>
            <a:t>See how the model behaves</a:t>
          </a:r>
        </a:p>
      </dgm:t>
    </dgm:pt>
    <dgm:pt modelId="{573E50BA-0A97-414F-BB29-4344A7AD2004}" type="parTrans" cxnId="{8637AC23-44D7-9243-991A-FA9EAB5A3EDB}">
      <dgm:prSet/>
      <dgm:spPr/>
      <dgm:t>
        <a:bodyPr/>
        <a:lstStyle/>
        <a:p>
          <a:endParaRPr lang="en-US"/>
        </a:p>
      </dgm:t>
    </dgm:pt>
    <dgm:pt modelId="{3AF54566-B9B1-2049-A37B-E9BD27583760}" type="sibTrans" cxnId="{8637AC23-44D7-9243-991A-FA9EAB5A3EDB}">
      <dgm:prSet/>
      <dgm:spPr/>
      <dgm:t>
        <a:bodyPr/>
        <a:lstStyle/>
        <a:p>
          <a:endParaRPr lang="en-US"/>
        </a:p>
      </dgm:t>
    </dgm:pt>
    <dgm:pt modelId="{C1D46073-40B6-6542-9505-2787351EF138}">
      <dgm:prSet phldrT="[Text]"/>
      <dgm:spPr/>
      <dgm:t>
        <a:bodyPr/>
        <a:lstStyle/>
        <a:p>
          <a:r>
            <a:rPr lang="en-US" dirty="0"/>
            <a:t>Good Aims</a:t>
          </a:r>
        </a:p>
      </dgm:t>
    </dgm:pt>
    <dgm:pt modelId="{C86F8ADF-6CC4-424B-8A3A-942F8357706B}" type="parTrans" cxnId="{2906E515-BE56-3A42-9B97-8FAB3FE2C1FD}">
      <dgm:prSet/>
      <dgm:spPr/>
      <dgm:t>
        <a:bodyPr/>
        <a:lstStyle/>
        <a:p>
          <a:endParaRPr lang="en-US"/>
        </a:p>
      </dgm:t>
    </dgm:pt>
    <dgm:pt modelId="{4C49DEB0-11AD-8247-8394-50AAE7DE4BFA}" type="sibTrans" cxnId="{2906E515-BE56-3A42-9B97-8FAB3FE2C1F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2A46B0D-D000-C84B-9B13-ACD1C785FC1D}">
          <dgm:prSet phldrT="[Text]"/>
          <dgm:spPr/>
          <dgm:t>
            <a:bodyPr/>
            <a:lstStyle/>
            <a:p>
              <a:pPr algn="l">
                <a:buNone/>
              </a:pPr>
              <a:r>
                <a:rPr lang="en-US" b="0" dirty="0"/>
                <a:t>Estimate sample size for 80% power (</a:t>
              </a:r>
              <a14:m>
                <m:oMath xmlns:m="http://schemas.openxmlformats.org/officeDocument/2006/math">
                  <m:r>
                    <a:rPr lang="en-US" b="0" i="1" dirty="0" smtClean="0">
                      <a:latin typeface="Cambria Math" panose="02040503050406030204" pitchFamily="18" charset="0"/>
                    </a:rPr>
                    <m:t>𝛼</m:t>
                  </m:r>
                  <m:r>
                    <m:rPr>
                      <m:lit/>
                    </m:rPr>
                    <a:rPr lang="en-US" b="0" i="1" dirty="0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US" b="0" dirty="0"/>
                <a:t>= 0.05) to detect a risk difference of -0.05 when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oMath>
              </a14:m>
              <a:r>
                <a:rPr lang="en-US" b="0" dirty="0"/>
                <a:t>= 0.25, allowing for 10% dropout.</a:t>
              </a:r>
              <a:endParaRPr lang="en-US" dirty="0"/>
            </a:p>
          </dgm:t>
        </dgm:pt>
      </mc:Choice>
      <mc:Fallback xmlns="">
        <dgm:pt modelId="{22A46B0D-D000-C84B-9B13-ACD1C785FC1D}">
          <dgm:prSet phldrT="[Text]"/>
          <dgm:spPr/>
          <dgm:t>
            <a:bodyPr/>
            <a:lstStyle/>
            <a:p>
              <a:pPr algn="l">
                <a:buNone/>
              </a:pPr>
              <a:r>
                <a:rPr lang="en-US" b="0" dirty="0"/>
                <a:t>Estimate sample size for 80% power (</a:t>
              </a:r>
              <a:r>
                <a:rPr lang="en-US" b="0" i="0" dirty="0">
                  <a:latin typeface="Cambria Math" panose="02040503050406030204" pitchFamily="18" charset="0"/>
                </a:rPr>
                <a:t>𝛼\ </a:t>
              </a:r>
              <a:r>
                <a:rPr lang="en-US" b="0" dirty="0"/>
                <a:t>= 0.05) to detect a risk difference of -0.05 when </a:t>
              </a:r>
              <a:r>
                <a:rPr lang="en-US" b="0" i="0" dirty="0">
                  <a:latin typeface="Cambria Math" panose="02040503050406030204" pitchFamily="18" charset="0"/>
                </a:rPr>
                <a:t>𝑝_0</a:t>
              </a:r>
              <a:r>
                <a:rPr lang="en-US" b="0" dirty="0"/>
                <a:t>= 0.25, allowing for 10% dropout.</a:t>
              </a:r>
              <a:endParaRPr lang="en-US" dirty="0"/>
            </a:p>
          </dgm:t>
        </dgm:pt>
      </mc:Fallback>
    </mc:AlternateContent>
    <dgm:pt modelId="{93EF17F8-B494-5042-B7B5-B08BDE42394E}" type="parTrans" cxnId="{A0890687-A536-FD43-8D02-F3C97BB29A3B}">
      <dgm:prSet/>
      <dgm:spPr/>
      <dgm:t>
        <a:bodyPr/>
        <a:lstStyle/>
        <a:p>
          <a:endParaRPr lang="en-US"/>
        </a:p>
      </dgm:t>
    </dgm:pt>
    <dgm:pt modelId="{808A573F-C085-2E43-A638-C44EE66DB4ED}" type="sibTrans" cxnId="{A0890687-A536-FD43-8D02-F3C97BB29A3B}">
      <dgm:prSet/>
      <dgm:spPr/>
      <dgm:t>
        <a:bodyPr/>
        <a:lstStyle/>
        <a:p>
          <a:endParaRPr lang="en-US"/>
        </a:p>
      </dgm:t>
    </dgm:pt>
    <dgm:pt modelId="{2B5A181D-A391-2943-A37E-406709DC9834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Assess small-sample bias of a Cox model under 30% censoring.</a:t>
          </a:r>
          <a:endParaRPr lang="en-US" dirty="0"/>
        </a:p>
      </dgm:t>
    </dgm:pt>
    <dgm:pt modelId="{065FAE90-7B29-A448-97B6-B92FDA9B2981}" type="parTrans" cxnId="{9A5B2FAC-884E-D247-9B4A-F60067E1C2A0}">
      <dgm:prSet/>
      <dgm:spPr/>
      <dgm:t>
        <a:bodyPr/>
        <a:lstStyle/>
        <a:p>
          <a:endParaRPr lang="en-US"/>
        </a:p>
      </dgm:t>
    </dgm:pt>
    <dgm:pt modelId="{E69A04D1-41F9-E74E-B3FB-8996AEFC2516}" type="sibTrans" cxnId="{9A5B2FAC-884E-D247-9B4A-F60067E1C2A0}">
      <dgm:prSet/>
      <dgm:spPr/>
      <dgm:t>
        <a:bodyPr/>
        <a:lstStyle/>
        <a:p>
          <a:endParaRPr lang="en-US"/>
        </a:p>
      </dgm:t>
    </dgm:pt>
    <dgm:pt modelId="{C7116D05-2B55-3D48-A2EE-D605ECDE630F}" type="pres">
      <dgm:prSet presAssocID="{F8A0FEFE-14E5-5A45-9ECE-D559425CAA2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5BD8FA-474B-D047-AC12-AF9E436C1EFE}" type="pres">
      <dgm:prSet presAssocID="{866DD095-A4A9-934E-BEE2-8771AA8420F2}" presName="root" presStyleCnt="0"/>
      <dgm:spPr/>
    </dgm:pt>
    <dgm:pt modelId="{F0801C2C-EAF7-C94E-B20B-688E628850E4}" type="pres">
      <dgm:prSet presAssocID="{866DD095-A4A9-934E-BEE2-8771AA8420F2}" presName="rootComposite" presStyleCnt="0"/>
      <dgm:spPr/>
    </dgm:pt>
    <dgm:pt modelId="{0CE053D8-4722-9841-B403-C57643E88133}" type="pres">
      <dgm:prSet presAssocID="{866DD095-A4A9-934E-BEE2-8771AA8420F2}" presName="rootText" presStyleLbl="node1" presStyleIdx="0" presStyleCnt="2" custScaleX="116937"/>
      <dgm:spPr/>
    </dgm:pt>
    <dgm:pt modelId="{D8726D0B-9377-2F48-A819-43EC7D25769A}" type="pres">
      <dgm:prSet presAssocID="{866DD095-A4A9-934E-BEE2-8771AA8420F2}" presName="rootConnector" presStyleLbl="node1" presStyleIdx="0" presStyleCnt="2"/>
      <dgm:spPr/>
    </dgm:pt>
    <dgm:pt modelId="{EB4F8E8F-9B35-6248-9E42-BB2E98CAF1E9}" type="pres">
      <dgm:prSet presAssocID="{866DD095-A4A9-934E-BEE2-8771AA8420F2}" presName="childShape" presStyleCnt="0"/>
      <dgm:spPr/>
    </dgm:pt>
    <dgm:pt modelId="{212EEBD4-E1C2-5147-BEB9-FB6BDF17E2C5}" type="pres">
      <dgm:prSet presAssocID="{3617BC74-BED9-CE49-897E-89D5E1A7BE20}" presName="Name13" presStyleLbl="parChTrans1D2" presStyleIdx="0" presStyleCnt="4"/>
      <dgm:spPr/>
    </dgm:pt>
    <dgm:pt modelId="{E92B42A7-826A-814A-B3DD-03FAF323B028}" type="pres">
      <dgm:prSet presAssocID="{1877930E-590E-8C41-B89F-0019BD4D0AE3}" presName="childText" presStyleLbl="bgAcc1" presStyleIdx="0" presStyleCnt="4" custScaleX="109536">
        <dgm:presLayoutVars>
          <dgm:bulletEnabled val="1"/>
        </dgm:presLayoutVars>
      </dgm:prSet>
      <dgm:spPr/>
    </dgm:pt>
    <dgm:pt modelId="{119CB938-A0BE-FF44-85B7-3408298CF53B}" type="pres">
      <dgm:prSet presAssocID="{573E50BA-0A97-414F-BB29-4344A7AD2004}" presName="Name13" presStyleLbl="parChTrans1D2" presStyleIdx="1" presStyleCnt="4"/>
      <dgm:spPr/>
    </dgm:pt>
    <dgm:pt modelId="{5BE5F845-B553-154D-964D-C638D13830C9}" type="pres">
      <dgm:prSet presAssocID="{4CD99879-AB1E-4042-910E-0BB1003CE906}" presName="childText" presStyleLbl="bgAcc1" presStyleIdx="1" presStyleCnt="4" custScaleX="109536">
        <dgm:presLayoutVars>
          <dgm:bulletEnabled val="1"/>
        </dgm:presLayoutVars>
      </dgm:prSet>
      <dgm:spPr/>
    </dgm:pt>
    <dgm:pt modelId="{F9041492-BA23-1A4E-AE99-769BD4D7DD55}" type="pres">
      <dgm:prSet presAssocID="{C1D46073-40B6-6542-9505-2787351EF138}" presName="root" presStyleCnt="0"/>
      <dgm:spPr/>
    </dgm:pt>
    <dgm:pt modelId="{8707206A-2679-7B49-98BE-A514D90D44E2}" type="pres">
      <dgm:prSet presAssocID="{C1D46073-40B6-6542-9505-2787351EF138}" presName="rootComposite" presStyleCnt="0"/>
      <dgm:spPr/>
    </dgm:pt>
    <dgm:pt modelId="{20A2FB07-E126-5640-B458-56E1C97CF860}" type="pres">
      <dgm:prSet presAssocID="{C1D46073-40B6-6542-9505-2787351EF138}" presName="rootText" presStyleLbl="node1" presStyleIdx="1" presStyleCnt="2" custScaleX="115576"/>
      <dgm:spPr/>
    </dgm:pt>
    <dgm:pt modelId="{03045F3E-1DB9-1E4D-A5B1-DF2FD0377A4F}" type="pres">
      <dgm:prSet presAssocID="{C1D46073-40B6-6542-9505-2787351EF138}" presName="rootConnector" presStyleLbl="node1" presStyleIdx="1" presStyleCnt="2"/>
      <dgm:spPr/>
    </dgm:pt>
    <dgm:pt modelId="{B70E4E32-B575-9240-A941-BEE5D05B4DBB}" type="pres">
      <dgm:prSet presAssocID="{C1D46073-40B6-6542-9505-2787351EF138}" presName="childShape" presStyleCnt="0"/>
      <dgm:spPr/>
    </dgm:pt>
    <dgm:pt modelId="{D0B14C7B-8285-B446-9EE3-59FF836F0B66}" type="pres">
      <dgm:prSet presAssocID="{93EF17F8-B494-5042-B7B5-B08BDE42394E}" presName="Name13" presStyleLbl="parChTrans1D2" presStyleIdx="2" presStyleCnt="4"/>
      <dgm:spPr/>
    </dgm:pt>
    <dgm:pt modelId="{5CEA0347-C080-4A4E-B8B6-BD061EA607A6}" type="pres">
      <dgm:prSet presAssocID="{22A46B0D-D000-C84B-9B13-ACD1C785FC1D}" presName="childText" presStyleLbl="bgAcc1" presStyleIdx="2" presStyleCnt="4" custScaleX="115695">
        <dgm:presLayoutVars>
          <dgm:bulletEnabled val="1"/>
        </dgm:presLayoutVars>
      </dgm:prSet>
      <dgm:spPr/>
    </dgm:pt>
    <dgm:pt modelId="{13566CFD-9C83-3947-8194-DDCF8E502AAD}" type="pres">
      <dgm:prSet presAssocID="{065FAE90-7B29-A448-97B6-B92FDA9B2981}" presName="Name13" presStyleLbl="parChTrans1D2" presStyleIdx="3" presStyleCnt="4"/>
      <dgm:spPr/>
    </dgm:pt>
    <dgm:pt modelId="{B721A344-15CF-024E-9698-CF3F6C215A77}" type="pres">
      <dgm:prSet presAssocID="{2B5A181D-A391-2943-A37E-406709DC9834}" presName="childText" presStyleLbl="bgAcc1" presStyleIdx="3" presStyleCnt="4" custScaleX="115497">
        <dgm:presLayoutVars>
          <dgm:bulletEnabled val="1"/>
        </dgm:presLayoutVars>
      </dgm:prSet>
      <dgm:spPr/>
    </dgm:pt>
  </dgm:ptLst>
  <dgm:cxnLst>
    <dgm:cxn modelId="{2906E515-BE56-3A42-9B97-8FAB3FE2C1FD}" srcId="{F8A0FEFE-14E5-5A45-9ECE-D559425CAA29}" destId="{C1D46073-40B6-6542-9505-2787351EF138}" srcOrd="1" destOrd="0" parTransId="{C86F8ADF-6CC4-424B-8A3A-942F8357706B}" sibTransId="{4C49DEB0-11AD-8247-8394-50AAE7DE4BFA}"/>
    <dgm:cxn modelId="{8637AC23-44D7-9243-991A-FA9EAB5A3EDB}" srcId="{866DD095-A4A9-934E-BEE2-8771AA8420F2}" destId="{4CD99879-AB1E-4042-910E-0BB1003CE906}" srcOrd="1" destOrd="0" parTransId="{573E50BA-0A97-414F-BB29-4344A7AD2004}" sibTransId="{3AF54566-B9B1-2049-A37B-E9BD27583760}"/>
    <dgm:cxn modelId="{C3987539-C4DF-C34D-B6FF-EE42055D4602}" type="presOf" srcId="{866DD095-A4A9-934E-BEE2-8771AA8420F2}" destId="{0CE053D8-4722-9841-B403-C57643E88133}" srcOrd="0" destOrd="0" presId="urn:microsoft.com/office/officeart/2005/8/layout/hierarchy3"/>
    <dgm:cxn modelId="{941CAF41-BC57-5043-8922-997986495550}" type="presOf" srcId="{1877930E-590E-8C41-B89F-0019BD4D0AE3}" destId="{E92B42A7-826A-814A-B3DD-03FAF323B028}" srcOrd="0" destOrd="0" presId="urn:microsoft.com/office/officeart/2005/8/layout/hierarchy3"/>
    <dgm:cxn modelId="{02A93243-B820-9E4B-9103-AFC6700C4EE1}" type="presOf" srcId="{22A46B0D-D000-C84B-9B13-ACD1C785FC1D}" destId="{5CEA0347-C080-4A4E-B8B6-BD061EA607A6}" srcOrd="0" destOrd="0" presId="urn:microsoft.com/office/officeart/2005/8/layout/hierarchy3"/>
    <dgm:cxn modelId="{BC6B4A52-BA79-944E-8507-A5C6227BDDC0}" type="presOf" srcId="{573E50BA-0A97-414F-BB29-4344A7AD2004}" destId="{119CB938-A0BE-FF44-85B7-3408298CF53B}" srcOrd="0" destOrd="0" presId="urn:microsoft.com/office/officeart/2005/8/layout/hierarchy3"/>
    <dgm:cxn modelId="{DEC4436F-4154-A342-86E4-AB2CB3CFDC5A}" type="presOf" srcId="{3617BC74-BED9-CE49-897E-89D5E1A7BE20}" destId="{212EEBD4-E1C2-5147-BEB9-FB6BDF17E2C5}" srcOrd="0" destOrd="0" presId="urn:microsoft.com/office/officeart/2005/8/layout/hierarchy3"/>
    <dgm:cxn modelId="{8D36537C-0955-9148-B975-5EB8688E9050}" type="presOf" srcId="{4CD99879-AB1E-4042-910E-0BB1003CE906}" destId="{5BE5F845-B553-154D-964D-C638D13830C9}" srcOrd="0" destOrd="0" presId="urn:microsoft.com/office/officeart/2005/8/layout/hierarchy3"/>
    <dgm:cxn modelId="{5A20687E-9B6B-5A42-A292-DBB0601B7D23}" srcId="{F8A0FEFE-14E5-5A45-9ECE-D559425CAA29}" destId="{866DD095-A4A9-934E-BEE2-8771AA8420F2}" srcOrd="0" destOrd="0" parTransId="{F67C6B2A-9127-1844-B5F6-65F40515563B}" sibTransId="{E6AEAC79-4028-1546-A653-35E0EC206EF4}"/>
    <dgm:cxn modelId="{A0890687-A536-FD43-8D02-F3C97BB29A3B}" srcId="{C1D46073-40B6-6542-9505-2787351EF138}" destId="{22A46B0D-D000-C84B-9B13-ACD1C785FC1D}" srcOrd="0" destOrd="0" parTransId="{93EF17F8-B494-5042-B7B5-B08BDE42394E}" sibTransId="{808A573F-C085-2E43-A638-C44EE66DB4ED}"/>
    <dgm:cxn modelId="{9A5B2FAC-884E-D247-9B4A-F60067E1C2A0}" srcId="{C1D46073-40B6-6542-9505-2787351EF138}" destId="{2B5A181D-A391-2943-A37E-406709DC9834}" srcOrd="1" destOrd="0" parTransId="{065FAE90-7B29-A448-97B6-B92FDA9B2981}" sibTransId="{E69A04D1-41F9-E74E-B3FB-8996AEFC2516}"/>
    <dgm:cxn modelId="{88B200B1-0B6D-1341-950A-F845C50BA198}" srcId="{866DD095-A4A9-934E-BEE2-8771AA8420F2}" destId="{1877930E-590E-8C41-B89F-0019BD4D0AE3}" srcOrd="0" destOrd="0" parTransId="{3617BC74-BED9-CE49-897E-89D5E1A7BE20}" sibTransId="{32CE66D5-C2EE-0749-B415-FA953350E081}"/>
    <dgm:cxn modelId="{990B52B1-39F3-2346-80DC-EF4B6A11DA7E}" type="presOf" srcId="{2B5A181D-A391-2943-A37E-406709DC9834}" destId="{B721A344-15CF-024E-9698-CF3F6C215A77}" srcOrd="0" destOrd="0" presId="urn:microsoft.com/office/officeart/2005/8/layout/hierarchy3"/>
    <dgm:cxn modelId="{13F1D3C5-B33A-0A46-9299-04B284144ABB}" type="presOf" srcId="{C1D46073-40B6-6542-9505-2787351EF138}" destId="{20A2FB07-E126-5640-B458-56E1C97CF860}" srcOrd="0" destOrd="0" presId="urn:microsoft.com/office/officeart/2005/8/layout/hierarchy3"/>
    <dgm:cxn modelId="{28C6C7CF-B612-4F46-B5F5-0B6C1B8B377F}" type="presOf" srcId="{C1D46073-40B6-6542-9505-2787351EF138}" destId="{03045F3E-1DB9-1E4D-A5B1-DF2FD0377A4F}" srcOrd="1" destOrd="0" presId="urn:microsoft.com/office/officeart/2005/8/layout/hierarchy3"/>
    <dgm:cxn modelId="{77CCEEDE-1F19-284D-AD3B-4296F43FEAC4}" type="presOf" srcId="{93EF17F8-B494-5042-B7B5-B08BDE42394E}" destId="{D0B14C7B-8285-B446-9EE3-59FF836F0B66}" srcOrd="0" destOrd="0" presId="urn:microsoft.com/office/officeart/2005/8/layout/hierarchy3"/>
    <dgm:cxn modelId="{0CF6A5DF-68EA-E543-9E0C-C06A2F125DD9}" type="presOf" srcId="{866DD095-A4A9-934E-BEE2-8771AA8420F2}" destId="{D8726D0B-9377-2F48-A819-43EC7D25769A}" srcOrd="1" destOrd="0" presId="urn:microsoft.com/office/officeart/2005/8/layout/hierarchy3"/>
    <dgm:cxn modelId="{34263BE1-B260-644A-B56D-CF8402B15B94}" type="presOf" srcId="{F8A0FEFE-14E5-5A45-9ECE-D559425CAA29}" destId="{C7116D05-2B55-3D48-A2EE-D605ECDE630F}" srcOrd="0" destOrd="0" presId="urn:microsoft.com/office/officeart/2005/8/layout/hierarchy3"/>
    <dgm:cxn modelId="{FC2B02E3-1040-CF44-8188-8D20F3F4568D}" type="presOf" srcId="{065FAE90-7B29-A448-97B6-B92FDA9B2981}" destId="{13566CFD-9C83-3947-8194-DDCF8E502AAD}" srcOrd="0" destOrd="0" presId="urn:microsoft.com/office/officeart/2005/8/layout/hierarchy3"/>
    <dgm:cxn modelId="{9FBB6077-09ED-B04C-95B5-93B2C83C5094}" type="presParOf" srcId="{C7116D05-2B55-3D48-A2EE-D605ECDE630F}" destId="{8F5BD8FA-474B-D047-AC12-AF9E436C1EFE}" srcOrd="0" destOrd="0" presId="urn:microsoft.com/office/officeart/2005/8/layout/hierarchy3"/>
    <dgm:cxn modelId="{F085A626-4148-D743-B9ED-3180502AC3F2}" type="presParOf" srcId="{8F5BD8FA-474B-D047-AC12-AF9E436C1EFE}" destId="{F0801C2C-EAF7-C94E-B20B-688E628850E4}" srcOrd="0" destOrd="0" presId="urn:microsoft.com/office/officeart/2005/8/layout/hierarchy3"/>
    <dgm:cxn modelId="{D848A82E-08BF-9E45-BB73-92535D36C934}" type="presParOf" srcId="{F0801C2C-EAF7-C94E-B20B-688E628850E4}" destId="{0CE053D8-4722-9841-B403-C57643E88133}" srcOrd="0" destOrd="0" presId="urn:microsoft.com/office/officeart/2005/8/layout/hierarchy3"/>
    <dgm:cxn modelId="{628DA3C6-E1B6-1948-ADFB-979952AA2EB3}" type="presParOf" srcId="{F0801C2C-EAF7-C94E-B20B-688E628850E4}" destId="{D8726D0B-9377-2F48-A819-43EC7D25769A}" srcOrd="1" destOrd="0" presId="urn:microsoft.com/office/officeart/2005/8/layout/hierarchy3"/>
    <dgm:cxn modelId="{6E903097-1CFB-4D42-AF8A-04BBAF0F2DDF}" type="presParOf" srcId="{8F5BD8FA-474B-D047-AC12-AF9E436C1EFE}" destId="{EB4F8E8F-9B35-6248-9E42-BB2E98CAF1E9}" srcOrd="1" destOrd="0" presId="urn:microsoft.com/office/officeart/2005/8/layout/hierarchy3"/>
    <dgm:cxn modelId="{3648B716-933C-AD43-83EA-8B1095DA406F}" type="presParOf" srcId="{EB4F8E8F-9B35-6248-9E42-BB2E98CAF1E9}" destId="{212EEBD4-E1C2-5147-BEB9-FB6BDF17E2C5}" srcOrd="0" destOrd="0" presId="urn:microsoft.com/office/officeart/2005/8/layout/hierarchy3"/>
    <dgm:cxn modelId="{42349B17-02E2-434A-9DBE-D06340432F90}" type="presParOf" srcId="{EB4F8E8F-9B35-6248-9E42-BB2E98CAF1E9}" destId="{E92B42A7-826A-814A-B3DD-03FAF323B028}" srcOrd="1" destOrd="0" presId="urn:microsoft.com/office/officeart/2005/8/layout/hierarchy3"/>
    <dgm:cxn modelId="{F40E85FA-88A8-B04A-ACC7-7E3DFB3A2605}" type="presParOf" srcId="{EB4F8E8F-9B35-6248-9E42-BB2E98CAF1E9}" destId="{119CB938-A0BE-FF44-85B7-3408298CF53B}" srcOrd="2" destOrd="0" presId="urn:microsoft.com/office/officeart/2005/8/layout/hierarchy3"/>
    <dgm:cxn modelId="{A0D6C862-0315-E846-B316-9E98869A916A}" type="presParOf" srcId="{EB4F8E8F-9B35-6248-9E42-BB2E98CAF1E9}" destId="{5BE5F845-B553-154D-964D-C638D13830C9}" srcOrd="3" destOrd="0" presId="urn:microsoft.com/office/officeart/2005/8/layout/hierarchy3"/>
    <dgm:cxn modelId="{9D84E19B-7773-A24C-B19A-B9DD2EF5D769}" type="presParOf" srcId="{C7116D05-2B55-3D48-A2EE-D605ECDE630F}" destId="{F9041492-BA23-1A4E-AE99-769BD4D7DD55}" srcOrd="1" destOrd="0" presId="urn:microsoft.com/office/officeart/2005/8/layout/hierarchy3"/>
    <dgm:cxn modelId="{7F928E53-1AD1-1D44-A289-880C5F4766C6}" type="presParOf" srcId="{F9041492-BA23-1A4E-AE99-769BD4D7DD55}" destId="{8707206A-2679-7B49-98BE-A514D90D44E2}" srcOrd="0" destOrd="0" presId="urn:microsoft.com/office/officeart/2005/8/layout/hierarchy3"/>
    <dgm:cxn modelId="{694E967F-17D6-FF4E-95DD-5AACA7CC8F3D}" type="presParOf" srcId="{8707206A-2679-7B49-98BE-A514D90D44E2}" destId="{20A2FB07-E126-5640-B458-56E1C97CF860}" srcOrd="0" destOrd="0" presId="urn:microsoft.com/office/officeart/2005/8/layout/hierarchy3"/>
    <dgm:cxn modelId="{F2B4E4C6-8CDD-1942-A6B1-910E43E11D1A}" type="presParOf" srcId="{8707206A-2679-7B49-98BE-A514D90D44E2}" destId="{03045F3E-1DB9-1E4D-A5B1-DF2FD0377A4F}" srcOrd="1" destOrd="0" presId="urn:microsoft.com/office/officeart/2005/8/layout/hierarchy3"/>
    <dgm:cxn modelId="{336BEF92-874F-A148-93E6-BB63CA1B53A9}" type="presParOf" srcId="{F9041492-BA23-1A4E-AE99-769BD4D7DD55}" destId="{B70E4E32-B575-9240-A941-BEE5D05B4DBB}" srcOrd="1" destOrd="0" presId="urn:microsoft.com/office/officeart/2005/8/layout/hierarchy3"/>
    <dgm:cxn modelId="{B600C272-1151-D240-899A-0CB4273C502C}" type="presParOf" srcId="{B70E4E32-B575-9240-A941-BEE5D05B4DBB}" destId="{D0B14C7B-8285-B446-9EE3-59FF836F0B66}" srcOrd="0" destOrd="0" presId="urn:microsoft.com/office/officeart/2005/8/layout/hierarchy3"/>
    <dgm:cxn modelId="{7B73BFD8-A6D0-B841-84C7-0D30B8A2F9F3}" type="presParOf" srcId="{B70E4E32-B575-9240-A941-BEE5D05B4DBB}" destId="{5CEA0347-C080-4A4E-B8B6-BD061EA607A6}" srcOrd="1" destOrd="0" presId="urn:microsoft.com/office/officeart/2005/8/layout/hierarchy3"/>
    <dgm:cxn modelId="{3A8BC0AD-4143-864C-B4EA-44FE627F4733}" type="presParOf" srcId="{B70E4E32-B575-9240-A941-BEE5D05B4DBB}" destId="{13566CFD-9C83-3947-8194-DDCF8E502AAD}" srcOrd="2" destOrd="0" presId="urn:microsoft.com/office/officeart/2005/8/layout/hierarchy3"/>
    <dgm:cxn modelId="{8F152E00-D4E6-1149-B734-FA0930C6C644}" type="presParOf" srcId="{B70E4E32-B575-9240-A941-BEE5D05B4DBB}" destId="{B721A344-15CF-024E-9698-CF3F6C215A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A0FEFE-14E5-5A45-9ECE-D559425CAA29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DD095-A4A9-934E-BEE2-8771AA8420F2}">
      <dgm:prSet phldrT="[Text]"/>
      <dgm:spPr/>
      <dgm:t>
        <a:bodyPr/>
        <a:lstStyle/>
        <a:p>
          <a:r>
            <a:rPr lang="en-US" dirty="0"/>
            <a:t>Bad Aims</a:t>
          </a:r>
        </a:p>
      </dgm:t>
    </dgm:pt>
    <dgm:pt modelId="{F67C6B2A-9127-1844-B5F6-65F40515563B}" type="parTrans" cxnId="{5A20687E-9B6B-5A42-A292-DBB0601B7D23}">
      <dgm:prSet/>
      <dgm:spPr/>
      <dgm:t>
        <a:bodyPr/>
        <a:lstStyle/>
        <a:p>
          <a:endParaRPr lang="en-US"/>
        </a:p>
      </dgm:t>
    </dgm:pt>
    <dgm:pt modelId="{E6AEAC79-4028-1546-A653-35E0EC206EF4}" type="sibTrans" cxnId="{5A20687E-9B6B-5A42-A292-DBB0601B7D23}">
      <dgm:prSet/>
      <dgm:spPr/>
      <dgm:t>
        <a:bodyPr/>
        <a:lstStyle/>
        <a:p>
          <a:endParaRPr lang="en-US"/>
        </a:p>
      </dgm:t>
    </dgm:pt>
    <dgm:pt modelId="{1877930E-590E-8C41-B89F-0019BD4D0AE3}">
      <dgm:prSet phldrT="[Text]"/>
      <dgm:spPr/>
      <dgm:t>
        <a:bodyPr/>
        <a:lstStyle/>
        <a:p>
          <a:pPr>
            <a:buNone/>
          </a:pPr>
          <a:r>
            <a:rPr lang="en-US" b="0" dirty="0"/>
            <a:t>Determine the sample size</a:t>
          </a:r>
          <a:endParaRPr lang="en-US" dirty="0"/>
        </a:p>
      </dgm:t>
    </dgm:pt>
    <dgm:pt modelId="{3617BC74-BED9-CE49-897E-89D5E1A7BE20}" type="parTrans" cxnId="{88B200B1-0B6D-1341-950A-F845C50BA198}">
      <dgm:prSet/>
      <dgm:spPr/>
      <dgm:t>
        <a:bodyPr/>
        <a:lstStyle/>
        <a:p>
          <a:endParaRPr lang="en-US"/>
        </a:p>
      </dgm:t>
    </dgm:pt>
    <dgm:pt modelId="{32CE66D5-C2EE-0749-B415-FA953350E081}" type="sibTrans" cxnId="{88B200B1-0B6D-1341-950A-F845C50BA198}">
      <dgm:prSet/>
      <dgm:spPr/>
      <dgm:t>
        <a:bodyPr/>
        <a:lstStyle/>
        <a:p>
          <a:endParaRPr lang="en-US"/>
        </a:p>
      </dgm:t>
    </dgm:pt>
    <dgm:pt modelId="{4CD99879-AB1E-4042-910E-0BB1003CE906}">
      <dgm:prSet phldrT="[Text]"/>
      <dgm:spPr/>
      <dgm:t>
        <a:bodyPr/>
        <a:lstStyle/>
        <a:p>
          <a:r>
            <a:rPr lang="en-US" dirty="0"/>
            <a:t>See how the model behaves</a:t>
          </a:r>
        </a:p>
      </dgm:t>
    </dgm:pt>
    <dgm:pt modelId="{573E50BA-0A97-414F-BB29-4344A7AD2004}" type="parTrans" cxnId="{8637AC23-44D7-9243-991A-FA9EAB5A3EDB}">
      <dgm:prSet/>
      <dgm:spPr/>
      <dgm:t>
        <a:bodyPr/>
        <a:lstStyle/>
        <a:p>
          <a:endParaRPr lang="en-US"/>
        </a:p>
      </dgm:t>
    </dgm:pt>
    <dgm:pt modelId="{3AF54566-B9B1-2049-A37B-E9BD27583760}" type="sibTrans" cxnId="{8637AC23-44D7-9243-991A-FA9EAB5A3EDB}">
      <dgm:prSet/>
      <dgm:spPr/>
      <dgm:t>
        <a:bodyPr/>
        <a:lstStyle/>
        <a:p>
          <a:endParaRPr lang="en-US"/>
        </a:p>
      </dgm:t>
    </dgm:pt>
    <dgm:pt modelId="{C1D46073-40B6-6542-9505-2787351EF138}">
      <dgm:prSet phldrT="[Text]"/>
      <dgm:spPr/>
      <dgm:t>
        <a:bodyPr/>
        <a:lstStyle/>
        <a:p>
          <a:r>
            <a:rPr lang="en-US" dirty="0"/>
            <a:t>Good Aims</a:t>
          </a:r>
        </a:p>
      </dgm:t>
    </dgm:pt>
    <dgm:pt modelId="{C86F8ADF-6CC4-424B-8A3A-942F8357706B}" type="parTrans" cxnId="{2906E515-BE56-3A42-9B97-8FAB3FE2C1FD}">
      <dgm:prSet/>
      <dgm:spPr/>
      <dgm:t>
        <a:bodyPr/>
        <a:lstStyle/>
        <a:p>
          <a:endParaRPr lang="en-US"/>
        </a:p>
      </dgm:t>
    </dgm:pt>
    <dgm:pt modelId="{4C49DEB0-11AD-8247-8394-50AAE7DE4BFA}" type="sibTrans" cxnId="{2906E515-BE56-3A42-9B97-8FAB3FE2C1FD}">
      <dgm:prSet/>
      <dgm:spPr/>
      <dgm:t>
        <a:bodyPr/>
        <a:lstStyle/>
        <a:p>
          <a:endParaRPr lang="en-US"/>
        </a:p>
      </dgm:t>
    </dgm:pt>
    <dgm:pt modelId="{22A46B0D-D000-C84B-9B13-ACD1C785FC1D}">
      <dgm:prSet phldrT="[Text]"/>
      <dgm:spPr>
        <a:blipFill>
          <a:blip xmlns:r="http://schemas.openxmlformats.org/officeDocument/2006/relationships" r:embed="rId1"/>
          <a:stretch>
            <a:fillRect l="-1762" r="-396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F17F8-B494-5042-B7B5-B08BDE42394E}" type="parTrans" cxnId="{A0890687-A536-FD43-8D02-F3C97BB29A3B}">
      <dgm:prSet/>
      <dgm:spPr/>
      <dgm:t>
        <a:bodyPr/>
        <a:lstStyle/>
        <a:p>
          <a:endParaRPr lang="en-US"/>
        </a:p>
      </dgm:t>
    </dgm:pt>
    <dgm:pt modelId="{808A573F-C085-2E43-A638-C44EE66DB4ED}" type="sibTrans" cxnId="{A0890687-A536-FD43-8D02-F3C97BB29A3B}">
      <dgm:prSet/>
      <dgm:spPr/>
      <dgm:t>
        <a:bodyPr/>
        <a:lstStyle/>
        <a:p>
          <a:endParaRPr lang="en-US"/>
        </a:p>
      </dgm:t>
    </dgm:pt>
    <dgm:pt modelId="{2B5A181D-A391-2943-A37E-406709DC9834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Assess small-sample bias of a Cox model under 30% censoring.</a:t>
          </a:r>
          <a:endParaRPr lang="en-US" dirty="0"/>
        </a:p>
      </dgm:t>
    </dgm:pt>
    <dgm:pt modelId="{065FAE90-7B29-A448-97B6-B92FDA9B2981}" type="parTrans" cxnId="{9A5B2FAC-884E-D247-9B4A-F60067E1C2A0}">
      <dgm:prSet/>
      <dgm:spPr/>
      <dgm:t>
        <a:bodyPr/>
        <a:lstStyle/>
        <a:p>
          <a:endParaRPr lang="en-US"/>
        </a:p>
      </dgm:t>
    </dgm:pt>
    <dgm:pt modelId="{E69A04D1-41F9-E74E-B3FB-8996AEFC2516}" type="sibTrans" cxnId="{9A5B2FAC-884E-D247-9B4A-F60067E1C2A0}">
      <dgm:prSet/>
      <dgm:spPr/>
      <dgm:t>
        <a:bodyPr/>
        <a:lstStyle/>
        <a:p>
          <a:endParaRPr lang="en-US"/>
        </a:p>
      </dgm:t>
    </dgm:pt>
    <dgm:pt modelId="{C7116D05-2B55-3D48-A2EE-D605ECDE630F}" type="pres">
      <dgm:prSet presAssocID="{F8A0FEFE-14E5-5A45-9ECE-D559425CAA2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5BD8FA-474B-D047-AC12-AF9E436C1EFE}" type="pres">
      <dgm:prSet presAssocID="{866DD095-A4A9-934E-BEE2-8771AA8420F2}" presName="root" presStyleCnt="0"/>
      <dgm:spPr/>
    </dgm:pt>
    <dgm:pt modelId="{F0801C2C-EAF7-C94E-B20B-688E628850E4}" type="pres">
      <dgm:prSet presAssocID="{866DD095-A4A9-934E-BEE2-8771AA8420F2}" presName="rootComposite" presStyleCnt="0"/>
      <dgm:spPr/>
    </dgm:pt>
    <dgm:pt modelId="{0CE053D8-4722-9841-B403-C57643E88133}" type="pres">
      <dgm:prSet presAssocID="{866DD095-A4A9-934E-BEE2-8771AA8420F2}" presName="rootText" presStyleLbl="node1" presStyleIdx="0" presStyleCnt="2" custScaleX="116937"/>
      <dgm:spPr/>
    </dgm:pt>
    <dgm:pt modelId="{D8726D0B-9377-2F48-A819-43EC7D25769A}" type="pres">
      <dgm:prSet presAssocID="{866DD095-A4A9-934E-BEE2-8771AA8420F2}" presName="rootConnector" presStyleLbl="node1" presStyleIdx="0" presStyleCnt="2"/>
      <dgm:spPr/>
    </dgm:pt>
    <dgm:pt modelId="{EB4F8E8F-9B35-6248-9E42-BB2E98CAF1E9}" type="pres">
      <dgm:prSet presAssocID="{866DD095-A4A9-934E-BEE2-8771AA8420F2}" presName="childShape" presStyleCnt="0"/>
      <dgm:spPr/>
    </dgm:pt>
    <dgm:pt modelId="{212EEBD4-E1C2-5147-BEB9-FB6BDF17E2C5}" type="pres">
      <dgm:prSet presAssocID="{3617BC74-BED9-CE49-897E-89D5E1A7BE20}" presName="Name13" presStyleLbl="parChTrans1D2" presStyleIdx="0" presStyleCnt="4"/>
      <dgm:spPr/>
    </dgm:pt>
    <dgm:pt modelId="{E92B42A7-826A-814A-B3DD-03FAF323B028}" type="pres">
      <dgm:prSet presAssocID="{1877930E-590E-8C41-B89F-0019BD4D0AE3}" presName="childText" presStyleLbl="bgAcc1" presStyleIdx="0" presStyleCnt="4" custScaleX="109536">
        <dgm:presLayoutVars>
          <dgm:bulletEnabled val="1"/>
        </dgm:presLayoutVars>
      </dgm:prSet>
      <dgm:spPr/>
    </dgm:pt>
    <dgm:pt modelId="{119CB938-A0BE-FF44-85B7-3408298CF53B}" type="pres">
      <dgm:prSet presAssocID="{573E50BA-0A97-414F-BB29-4344A7AD2004}" presName="Name13" presStyleLbl="parChTrans1D2" presStyleIdx="1" presStyleCnt="4"/>
      <dgm:spPr/>
    </dgm:pt>
    <dgm:pt modelId="{5BE5F845-B553-154D-964D-C638D13830C9}" type="pres">
      <dgm:prSet presAssocID="{4CD99879-AB1E-4042-910E-0BB1003CE906}" presName="childText" presStyleLbl="bgAcc1" presStyleIdx="1" presStyleCnt="4" custScaleX="109536">
        <dgm:presLayoutVars>
          <dgm:bulletEnabled val="1"/>
        </dgm:presLayoutVars>
      </dgm:prSet>
      <dgm:spPr/>
    </dgm:pt>
    <dgm:pt modelId="{F9041492-BA23-1A4E-AE99-769BD4D7DD55}" type="pres">
      <dgm:prSet presAssocID="{C1D46073-40B6-6542-9505-2787351EF138}" presName="root" presStyleCnt="0"/>
      <dgm:spPr/>
    </dgm:pt>
    <dgm:pt modelId="{8707206A-2679-7B49-98BE-A514D90D44E2}" type="pres">
      <dgm:prSet presAssocID="{C1D46073-40B6-6542-9505-2787351EF138}" presName="rootComposite" presStyleCnt="0"/>
      <dgm:spPr/>
    </dgm:pt>
    <dgm:pt modelId="{20A2FB07-E126-5640-B458-56E1C97CF860}" type="pres">
      <dgm:prSet presAssocID="{C1D46073-40B6-6542-9505-2787351EF138}" presName="rootText" presStyleLbl="node1" presStyleIdx="1" presStyleCnt="2" custScaleX="115576"/>
      <dgm:spPr/>
    </dgm:pt>
    <dgm:pt modelId="{03045F3E-1DB9-1E4D-A5B1-DF2FD0377A4F}" type="pres">
      <dgm:prSet presAssocID="{C1D46073-40B6-6542-9505-2787351EF138}" presName="rootConnector" presStyleLbl="node1" presStyleIdx="1" presStyleCnt="2"/>
      <dgm:spPr/>
    </dgm:pt>
    <dgm:pt modelId="{B70E4E32-B575-9240-A941-BEE5D05B4DBB}" type="pres">
      <dgm:prSet presAssocID="{C1D46073-40B6-6542-9505-2787351EF138}" presName="childShape" presStyleCnt="0"/>
      <dgm:spPr/>
    </dgm:pt>
    <dgm:pt modelId="{D0B14C7B-8285-B446-9EE3-59FF836F0B66}" type="pres">
      <dgm:prSet presAssocID="{93EF17F8-B494-5042-B7B5-B08BDE42394E}" presName="Name13" presStyleLbl="parChTrans1D2" presStyleIdx="2" presStyleCnt="4"/>
      <dgm:spPr/>
    </dgm:pt>
    <dgm:pt modelId="{5CEA0347-C080-4A4E-B8B6-BD061EA607A6}" type="pres">
      <dgm:prSet presAssocID="{22A46B0D-D000-C84B-9B13-ACD1C785FC1D}" presName="childText" presStyleLbl="bgAcc1" presStyleIdx="2" presStyleCnt="4" custScaleX="115695">
        <dgm:presLayoutVars>
          <dgm:bulletEnabled val="1"/>
        </dgm:presLayoutVars>
      </dgm:prSet>
      <dgm:spPr/>
    </dgm:pt>
    <dgm:pt modelId="{13566CFD-9C83-3947-8194-DDCF8E502AAD}" type="pres">
      <dgm:prSet presAssocID="{065FAE90-7B29-A448-97B6-B92FDA9B2981}" presName="Name13" presStyleLbl="parChTrans1D2" presStyleIdx="3" presStyleCnt="4"/>
      <dgm:spPr/>
    </dgm:pt>
    <dgm:pt modelId="{B721A344-15CF-024E-9698-CF3F6C215A77}" type="pres">
      <dgm:prSet presAssocID="{2B5A181D-A391-2943-A37E-406709DC9834}" presName="childText" presStyleLbl="bgAcc1" presStyleIdx="3" presStyleCnt="4" custScaleX="115497">
        <dgm:presLayoutVars>
          <dgm:bulletEnabled val="1"/>
        </dgm:presLayoutVars>
      </dgm:prSet>
      <dgm:spPr/>
    </dgm:pt>
  </dgm:ptLst>
  <dgm:cxnLst>
    <dgm:cxn modelId="{2906E515-BE56-3A42-9B97-8FAB3FE2C1FD}" srcId="{F8A0FEFE-14E5-5A45-9ECE-D559425CAA29}" destId="{C1D46073-40B6-6542-9505-2787351EF138}" srcOrd="1" destOrd="0" parTransId="{C86F8ADF-6CC4-424B-8A3A-942F8357706B}" sibTransId="{4C49DEB0-11AD-8247-8394-50AAE7DE4BFA}"/>
    <dgm:cxn modelId="{8637AC23-44D7-9243-991A-FA9EAB5A3EDB}" srcId="{866DD095-A4A9-934E-BEE2-8771AA8420F2}" destId="{4CD99879-AB1E-4042-910E-0BB1003CE906}" srcOrd="1" destOrd="0" parTransId="{573E50BA-0A97-414F-BB29-4344A7AD2004}" sibTransId="{3AF54566-B9B1-2049-A37B-E9BD27583760}"/>
    <dgm:cxn modelId="{C3987539-C4DF-C34D-B6FF-EE42055D4602}" type="presOf" srcId="{866DD095-A4A9-934E-BEE2-8771AA8420F2}" destId="{0CE053D8-4722-9841-B403-C57643E88133}" srcOrd="0" destOrd="0" presId="urn:microsoft.com/office/officeart/2005/8/layout/hierarchy3"/>
    <dgm:cxn modelId="{941CAF41-BC57-5043-8922-997986495550}" type="presOf" srcId="{1877930E-590E-8C41-B89F-0019BD4D0AE3}" destId="{E92B42A7-826A-814A-B3DD-03FAF323B028}" srcOrd="0" destOrd="0" presId="urn:microsoft.com/office/officeart/2005/8/layout/hierarchy3"/>
    <dgm:cxn modelId="{02A93243-B820-9E4B-9103-AFC6700C4EE1}" type="presOf" srcId="{22A46B0D-D000-C84B-9B13-ACD1C785FC1D}" destId="{5CEA0347-C080-4A4E-B8B6-BD061EA607A6}" srcOrd="0" destOrd="0" presId="urn:microsoft.com/office/officeart/2005/8/layout/hierarchy3"/>
    <dgm:cxn modelId="{BC6B4A52-BA79-944E-8507-A5C6227BDDC0}" type="presOf" srcId="{573E50BA-0A97-414F-BB29-4344A7AD2004}" destId="{119CB938-A0BE-FF44-85B7-3408298CF53B}" srcOrd="0" destOrd="0" presId="urn:microsoft.com/office/officeart/2005/8/layout/hierarchy3"/>
    <dgm:cxn modelId="{DEC4436F-4154-A342-86E4-AB2CB3CFDC5A}" type="presOf" srcId="{3617BC74-BED9-CE49-897E-89D5E1A7BE20}" destId="{212EEBD4-E1C2-5147-BEB9-FB6BDF17E2C5}" srcOrd="0" destOrd="0" presId="urn:microsoft.com/office/officeart/2005/8/layout/hierarchy3"/>
    <dgm:cxn modelId="{8D36537C-0955-9148-B975-5EB8688E9050}" type="presOf" srcId="{4CD99879-AB1E-4042-910E-0BB1003CE906}" destId="{5BE5F845-B553-154D-964D-C638D13830C9}" srcOrd="0" destOrd="0" presId="urn:microsoft.com/office/officeart/2005/8/layout/hierarchy3"/>
    <dgm:cxn modelId="{5A20687E-9B6B-5A42-A292-DBB0601B7D23}" srcId="{F8A0FEFE-14E5-5A45-9ECE-D559425CAA29}" destId="{866DD095-A4A9-934E-BEE2-8771AA8420F2}" srcOrd="0" destOrd="0" parTransId="{F67C6B2A-9127-1844-B5F6-65F40515563B}" sibTransId="{E6AEAC79-4028-1546-A653-35E0EC206EF4}"/>
    <dgm:cxn modelId="{A0890687-A536-FD43-8D02-F3C97BB29A3B}" srcId="{C1D46073-40B6-6542-9505-2787351EF138}" destId="{22A46B0D-D000-C84B-9B13-ACD1C785FC1D}" srcOrd="0" destOrd="0" parTransId="{93EF17F8-B494-5042-B7B5-B08BDE42394E}" sibTransId="{808A573F-C085-2E43-A638-C44EE66DB4ED}"/>
    <dgm:cxn modelId="{9A5B2FAC-884E-D247-9B4A-F60067E1C2A0}" srcId="{C1D46073-40B6-6542-9505-2787351EF138}" destId="{2B5A181D-A391-2943-A37E-406709DC9834}" srcOrd="1" destOrd="0" parTransId="{065FAE90-7B29-A448-97B6-B92FDA9B2981}" sibTransId="{E69A04D1-41F9-E74E-B3FB-8996AEFC2516}"/>
    <dgm:cxn modelId="{88B200B1-0B6D-1341-950A-F845C50BA198}" srcId="{866DD095-A4A9-934E-BEE2-8771AA8420F2}" destId="{1877930E-590E-8C41-B89F-0019BD4D0AE3}" srcOrd="0" destOrd="0" parTransId="{3617BC74-BED9-CE49-897E-89D5E1A7BE20}" sibTransId="{32CE66D5-C2EE-0749-B415-FA953350E081}"/>
    <dgm:cxn modelId="{990B52B1-39F3-2346-80DC-EF4B6A11DA7E}" type="presOf" srcId="{2B5A181D-A391-2943-A37E-406709DC9834}" destId="{B721A344-15CF-024E-9698-CF3F6C215A77}" srcOrd="0" destOrd="0" presId="urn:microsoft.com/office/officeart/2005/8/layout/hierarchy3"/>
    <dgm:cxn modelId="{13F1D3C5-B33A-0A46-9299-04B284144ABB}" type="presOf" srcId="{C1D46073-40B6-6542-9505-2787351EF138}" destId="{20A2FB07-E126-5640-B458-56E1C97CF860}" srcOrd="0" destOrd="0" presId="urn:microsoft.com/office/officeart/2005/8/layout/hierarchy3"/>
    <dgm:cxn modelId="{28C6C7CF-B612-4F46-B5F5-0B6C1B8B377F}" type="presOf" srcId="{C1D46073-40B6-6542-9505-2787351EF138}" destId="{03045F3E-1DB9-1E4D-A5B1-DF2FD0377A4F}" srcOrd="1" destOrd="0" presId="urn:microsoft.com/office/officeart/2005/8/layout/hierarchy3"/>
    <dgm:cxn modelId="{77CCEEDE-1F19-284D-AD3B-4296F43FEAC4}" type="presOf" srcId="{93EF17F8-B494-5042-B7B5-B08BDE42394E}" destId="{D0B14C7B-8285-B446-9EE3-59FF836F0B66}" srcOrd="0" destOrd="0" presId="urn:microsoft.com/office/officeart/2005/8/layout/hierarchy3"/>
    <dgm:cxn modelId="{0CF6A5DF-68EA-E543-9E0C-C06A2F125DD9}" type="presOf" srcId="{866DD095-A4A9-934E-BEE2-8771AA8420F2}" destId="{D8726D0B-9377-2F48-A819-43EC7D25769A}" srcOrd="1" destOrd="0" presId="urn:microsoft.com/office/officeart/2005/8/layout/hierarchy3"/>
    <dgm:cxn modelId="{34263BE1-B260-644A-B56D-CF8402B15B94}" type="presOf" srcId="{F8A0FEFE-14E5-5A45-9ECE-D559425CAA29}" destId="{C7116D05-2B55-3D48-A2EE-D605ECDE630F}" srcOrd="0" destOrd="0" presId="urn:microsoft.com/office/officeart/2005/8/layout/hierarchy3"/>
    <dgm:cxn modelId="{FC2B02E3-1040-CF44-8188-8D20F3F4568D}" type="presOf" srcId="{065FAE90-7B29-A448-97B6-B92FDA9B2981}" destId="{13566CFD-9C83-3947-8194-DDCF8E502AAD}" srcOrd="0" destOrd="0" presId="urn:microsoft.com/office/officeart/2005/8/layout/hierarchy3"/>
    <dgm:cxn modelId="{9FBB6077-09ED-B04C-95B5-93B2C83C5094}" type="presParOf" srcId="{C7116D05-2B55-3D48-A2EE-D605ECDE630F}" destId="{8F5BD8FA-474B-D047-AC12-AF9E436C1EFE}" srcOrd="0" destOrd="0" presId="urn:microsoft.com/office/officeart/2005/8/layout/hierarchy3"/>
    <dgm:cxn modelId="{F085A626-4148-D743-B9ED-3180502AC3F2}" type="presParOf" srcId="{8F5BD8FA-474B-D047-AC12-AF9E436C1EFE}" destId="{F0801C2C-EAF7-C94E-B20B-688E628850E4}" srcOrd="0" destOrd="0" presId="urn:microsoft.com/office/officeart/2005/8/layout/hierarchy3"/>
    <dgm:cxn modelId="{D848A82E-08BF-9E45-BB73-92535D36C934}" type="presParOf" srcId="{F0801C2C-EAF7-C94E-B20B-688E628850E4}" destId="{0CE053D8-4722-9841-B403-C57643E88133}" srcOrd="0" destOrd="0" presId="urn:microsoft.com/office/officeart/2005/8/layout/hierarchy3"/>
    <dgm:cxn modelId="{628DA3C6-E1B6-1948-ADFB-979952AA2EB3}" type="presParOf" srcId="{F0801C2C-EAF7-C94E-B20B-688E628850E4}" destId="{D8726D0B-9377-2F48-A819-43EC7D25769A}" srcOrd="1" destOrd="0" presId="urn:microsoft.com/office/officeart/2005/8/layout/hierarchy3"/>
    <dgm:cxn modelId="{6E903097-1CFB-4D42-AF8A-04BBAF0F2DDF}" type="presParOf" srcId="{8F5BD8FA-474B-D047-AC12-AF9E436C1EFE}" destId="{EB4F8E8F-9B35-6248-9E42-BB2E98CAF1E9}" srcOrd="1" destOrd="0" presId="urn:microsoft.com/office/officeart/2005/8/layout/hierarchy3"/>
    <dgm:cxn modelId="{3648B716-933C-AD43-83EA-8B1095DA406F}" type="presParOf" srcId="{EB4F8E8F-9B35-6248-9E42-BB2E98CAF1E9}" destId="{212EEBD4-E1C2-5147-BEB9-FB6BDF17E2C5}" srcOrd="0" destOrd="0" presId="urn:microsoft.com/office/officeart/2005/8/layout/hierarchy3"/>
    <dgm:cxn modelId="{42349B17-02E2-434A-9DBE-D06340432F90}" type="presParOf" srcId="{EB4F8E8F-9B35-6248-9E42-BB2E98CAF1E9}" destId="{E92B42A7-826A-814A-B3DD-03FAF323B028}" srcOrd="1" destOrd="0" presId="urn:microsoft.com/office/officeart/2005/8/layout/hierarchy3"/>
    <dgm:cxn modelId="{F40E85FA-88A8-B04A-ACC7-7E3DFB3A2605}" type="presParOf" srcId="{EB4F8E8F-9B35-6248-9E42-BB2E98CAF1E9}" destId="{119CB938-A0BE-FF44-85B7-3408298CF53B}" srcOrd="2" destOrd="0" presId="urn:microsoft.com/office/officeart/2005/8/layout/hierarchy3"/>
    <dgm:cxn modelId="{A0D6C862-0315-E846-B316-9E98869A916A}" type="presParOf" srcId="{EB4F8E8F-9B35-6248-9E42-BB2E98CAF1E9}" destId="{5BE5F845-B553-154D-964D-C638D13830C9}" srcOrd="3" destOrd="0" presId="urn:microsoft.com/office/officeart/2005/8/layout/hierarchy3"/>
    <dgm:cxn modelId="{9D84E19B-7773-A24C-B19A-B9DD2EF5D769}" type="presParOf" srcId="{C7116D05-2B55-3D48-A2EE-D605ECDE630F}" destId="{F9041492-BA23-1A4E-AE99-769BD4D7DD55}" srcOrd="1" destOrd="0" presId="urn:microsoft.com/office/officeart/2005/8/layout/hierarchy3"/>
    <dgm:cxn modelId="{7F928E53-1AD1-1D44-A289-880C5F4766C6}" type="presParOf" srcId="{F9041492-BA23-1A4E-AE99-769BD4D7DD55}" destId="{8707206A-2679-7B49-98BE-A514D90D44E2}" srcOrd="0" destOrd="0" presId="urn:microsoft.com/office/officeart/2005/8/layout/hierarchy3"/>
    <dgm:cxn modelId="{694E967F-17D6-FF4E-95DD-5AACA7CC8F3D}" type="presParOf" srcId="{8707206A-2679-7B49-98BE-A514D90D44E2}" destId="{20A2FB07-E126-5640-B458-56E1C97CF860}" srcOrd="0" destOrd="0" presId="urn:microsoft.com/office/officeart/2005/8/layout/hierarchy3"/>
    <dgm:cxn modelId="{F2B4E4C6-8CDD-1942-A6B1-910E43E11D1A}" type="presParOf" srcId="{8707206A-2679-7B49-98BE-A514D90D44E2}" destId="{03045F3E-1DB9-1E4D-A5B1-DF2FD0377A4F}" srcOrd="1" destOrd="0" presId="urn:microsoft.com/office/officeart/2005/8/layout/hierarchy3"/>
    <dgm:cxn modelId="{336BEF92-874F-A148-93E6-BB63CA1B53A9}" type="presParOf" srcId="{F9041492-BA23-1A4E-AE99-769BD4D7DD55}" destId="{B70E4E32-B575-9240-A941-BEE5D05B4DBB}" srcOrd="1" destOrd="0" presId="urn:microsoft.com/office/officeart/2005/8/layout/hierarchy3"/>
    <dgm:cxn modelId="{B600C272-1151-D240-899A-0CB4273C502C}" type="presParOf" srcId="{B70E4E32-B575-9240-A941-BEE5D05B4DBB}" destId="{D0B14C7B-8285-B446-9EE3-59FF836F0B66}" srcOrd="0" destOrd="0" presId="urn:microsoft.com/office/officeart/2005/8/layout/hierarchy3"/>
    <dgm:cxn modelId="{7B73BFD8-A6D0-B841-84C7-0D30B8A2F9F3}" type="presParOf" srcId="{B70E4E32-B575-9240-A941-BEE5D05B4DBB}" destId="{5CEA0347-C080-4A4E-B8B6-BD061EA607A6}" srcOrd="1" destOrd="0" presId="urn:microsoft.com/office/officeart/2005/8/layout/hierarchy3"/>
    <dgm:cxn modelId="{3A8BC0AD-4143-864C-B4EA-44FE627F4733}" type="presParOf" srcId="{B70E4E32-B575-9240-A941-BEE5D05B4DBB}" destId="{13566CFD-9C83-3947-8194-DDCF8E502AAD}" srcOrd="2" destOrd="0" presId="urn:microsoft.com/office/officeart/2005/8/layout/hierarchy3"/>
    <dgm:cxn modelId="{8F152E00-D4E6-1149-B734-FA0930C6C644}" type="presParOf" srcId="{B70E4E32-B575-9240-A941-BEE5D05B4DBB}" destId="{B721A344-15CF-024E-9698-CF3F6C215A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7BD615-15B7-4F83-B0E5-B146EE9D500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76F260-806D-47AD-BB79-783910B90EC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Please follow the steps in the notes section under the slides carefully.</a:t>
          </a:r>
        </a:p>
      </dgm:t>
    </dgm:pt>
    <dgm:pt modelId="{DA2A365D-E4D0-468D-8332-58C5C7A580B2}" type="parTrans" cxnId="{E3CC7A68-A7F7-4C2A-873B-3E153972F958}">
      <dgm:prSet/>
      <dgm:spPr/>
      <dgm:t>
        <a:bodyPr/>
        <a:lstStyle/>
        <a:p>
          <a:endParaRPr lang="en-US"/>
        </a:p>
      </dgm:t>
    </dgm:pt>
    <dgm:pt modelId="{16137E04-EAC3-474A-86F7-03AC59365EFC}" type="sibTrans" cxnId="{E3CC7A68-A7F7-4C2A-873B-3E153972F958}">
      <dgm:prSet/>
      <dgm:spPr/>
      <dgm:t>
        <a:bodyPr/>
        <a:lstStyle/>
        <a:p>
          <a:endParaRPr lang="en-US"/>
        </a:p>
      </dgm:t>
    </dgm:pt>
    <dgm:pt modelId="{E72A4B9F-08C1-4239-8195-2D59ED9CD61F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Delete the slides or placeholders you do not wish to include in your presentation.</a:t>
          </a:r>
        </a:p>
      </dgm:t>
    </dgm:pt>
    <dgm:pt modelId="{ECFD74A7-131E-4316-972C-6F91D4DAF819}" type="parTrans" cxnId="{AED5222C-1A17-4811-9B89-5DF00A8BD46E}">
      <dgm:prSet/>
      <dgm:spPr/>
      <dgm:t>
        <a:bodyPr/>
        <a:lstStyle/>
        <a:p>
          <a:endParaRPr lang="en-US"/>
        </a:p>
      </dgm:t>
    </dgm:pt>
    <dgm:pt modelId="{D9E21E90-7DC8-4B9F-8124-101B93DD1910}" type="sibTrans" cxnId="{AED5222C-1A17-4811-9B89-5DF00A8BD46E}">
      <dgm:prSet/>
      <dgm:spPr/>
      <dgm:t>
        <a:bodyPr/>
        <a:lstStyle/>
        <a:p>
          <a:endParaRPr lang="en-US"/>
        </a:p>
      </dgm:t>
    </dgm:pt>
    <dgm:pt modelId="{43D7C827-75C1-4EC0-BD90-F05B08F464F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More slides can be added from the </a:t>
          </a:r>
          <a:br>
            <a:rPr lang="en-US" sz="1600" dirty="0"/>
          </a:br>
          <a:r>
            <a:rPr lang="en-US" sz="1600" b="1" dirty="0"/>
            <a:t>Insert</a:t>
          </a:r>
          <a:r>
            <a:rPr lang="en-US" sz="1600" dirty="0"/>
            <a:t> &gt; </a:t>
          </a:r>
          <a:r>
            <a:rPr lang="en-US" sz="1600" b="1" dirty="0"/>
            <a:t>New Slide </a:t>
          </a:r>
          <a:r>
            <a:rPr lang="en-US" sz="1600" dirty="0"/>
            <a:t>option.</a:t>
          </a:r>
        </a:p>
      </dgm:t>
    </dgm:pt>
    <dgm:pt modelId="{5C1EC363-19BA-4A4D-82B1-C04ABF7B1B72}" type="parTrans" cxnId="{D540662E-8EBD-41BF-8CCB-85F73CD964A0}">
      <dgm:prSet/>
      <dgm:spPr/>
      <dgm:t>
        <a:bodyPr/>
        <a:lstStyle/>
        <a:p>
          <a:endParaRPr lang="en-US"/>
        </a:p>
      </dgm:t>
    </dgm:pt>
    <dgm:pt modelId="{78E7C532-3247-4CBB-93BE-DEBAA38E0B7A}" type="sibTrans" cxnId="{D540662E-8EBD-41BF-8CCB-85F73CD964A0}">
      <dgm:prSet/>
      <dgm:spPr/>
      <dgm:t>
        <a:bodyPr/>
        <a:lstStyle/>
        <a:p>
          <a:endParaRPr lang="en-US"/>
        </a:p>
      </dgm:t>
    </dgm:pt>
    <dgm:pt modelId="{6C4BE408-94D7-4218-BB7D-3B690BBEDCC0}" type="pres">
      <dgm:prSet presAssocID="{137BD615-15B7-4F83-B0E5-B146EE9D5009}" presName="root" presStyleCnt="0">
        <dgm:presLayoutVars>
          <dgm:dir/>
          <dgm:resizeHandles val="exact"/>
        </dgm:presLayoutVars>
      </dgm:prSet>
      <dgm:spPr/>
    </dgm:pt>
    <dgm:pt modelId="{86DEBA6F-5314-4C0C-AA37-7128E0FC16AE}" type="pres">
      <dgm:prSet presAssocID="{9676F260-806D-47AD-BB79-783910B90ECA}" presName="compNode" presStyleCnt="0"/>
      <dgm:spPr/>
    </dgm:pt>
    <dgm:pt modelId="{B0BDFFF4-93BE-4F78-BCDE-6DA6CDBF431C}" type="pres">
      <dgm:prSet presAssocID="{9676F260-806D-47AD-BB79-783910B90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74DD48D-CFD0-4C85-B671-4894777B81A6}" type="pres">
      <dgm:prSet presAssocID="{9676F260-806D-47AD-BB79-783910B90ECA}" presName="spaceRect" presStyleCnt="0"/>
      <dgm:spPr/>
    </dgm:pt>
    <dgm:pt modelId="{B6DB72CD-F00B-4FA0-A94C-BC3D3691CB9D}" type="pres">
      <dgm:prSet presAssocID="{9676F260-806D-47AD-BB79-783910B90ECA}" presName="textRect" presStyleLbl="revTx" presStyleIdx="0" presStyleCnt="3">
        <dgm:presLayoutVars>
          <dgm:chMax val="1"/>
          <dgm:chPref val="1"/>
        </dgm:presLayoutVars>
      </dgm:prSet>
      <dgm:spPr/>
    </dgm:pt>
    <dgm:pt modelId="{65500136-B3AD-46CE-921E-B3C1ED79741C}" type="pres">
      <dgm:prSet presAssocID="{16137E04-EAC3-474A-86F7-03AC59365EFC}" presName="sibTrans" presStyleCnt="0"/>
      <dgm:spPr/>
    </dgm:pt>
    <dgm:pt modelId="{222CE436-70CB-42A1-816A-83646CDA4DF1}" type="pres">
      <dgm:prSet presAssocID="{E72A4B9F-08C1-4239-8195-2D59ED9CD61F}" presName="compNode" presStyleCnt="0"/>
      <dgm:spPr/>
    </dgm:pt>
    <dgm:pt modelId="{AF6DC2C1-340C-4AD8-991C-2D7D30C508B6}" type="pres">
      <dgm:prSet presAssocID="{E72A4B9F-08C1-4239-8195-2D59ED9CD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bish"/>
        </a:ext>
      </dgm:extLst>
    </dgm:pt>
    <dgm:pt modelId="{CCCFF999-ACB1-4359-ACCC-DF612B8E012F}" type="pres">
      <dgm:prSet presAssocID="{E72A4B9F-08C1-4239-8195-2D59ED9CD61F}" presName="spaceRect" presStyleCnt="0"/>
      <dgm:spPr/>
    </dgm:pt>
    <dgm:pt modelId="{68837634-236D-4DE0-84B4-D53FAD895F6A}" type="pres">
      <dgm:prSet presAssocID="{E72A4B9F-08C1-4239-8195-2D59ED9CD61F}" presName="textRect" presStyleLbl="revTx" presStyleIdx="1" presStyleCnt="3" custScaleX="98539">
        <dgm:presLayoutVars>
          <dgm:chMax val="1"/>
          <dgm:chPref val="1"/>
        </dgm:presLayoutVars>
      </dgm:prSet>
      <dgm:spPr/>
    </dgm:pt>
    <dgm:pt modelId="{F762A0E0-9D80-4CE1-B83B-EBF1FF9E851B}" type="pres">
      <dgm:prSet presAssocID="{D9E21E90-7DC8-4B9F-8124-101B93DD1910}" presName="sibTrans" presStyleCnt="0"/>
      <dgm:spPr/>
    </dgm:pt>
    <dgm:pt modelId="{01596584-7C1E-43E9-9356-2FD1DEE9C6AB}" type="pres">
      <dgm:prSet presAssocID="{43D7C827-75C1-4EC0-BD90-F05B08F464F2}" presName="compNode" presStyleCnt="0"/>
      <dgm:spPr/>
    </dgm:pt>
    <dgm:pt modelId="{3A1CCED5-A4BE-46D8-8B03-3D315004EB8F}" type="pres">
      <dgm:prSet presAssocID="{43D7C827-75C1-4EC0-BD90-F05B08F464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913932C2-8537-48F0-BAA5-4B658E7BF2E5}" type="pres">
      <dgm:prSet presAssocID="{43D7C827-75C1-4EC0-BD90-F05B08F464F2}" presName="spaceRect" presStyleCnt="0"/>
      <dgm:spPr/>
    </dgm:pt>
    <dgm:pt modelId="{6ADD3661-AB08-4955-9FFA-CCA8E607D360}" type="pres">
      <dgm:prSet presAssocID="{43D7C827-75C1-4EC0-BD90-F05B08F464F2}" presName="textRect" presStyleLbl="revTx" presStyleIdx="2" presStyleCnt="3" custScaleX="86180">
        <dgm:presLayoutVars>
          <dgm:chMax val="1"/>
          <dgm:chPref val="1"/>
        </dgm:presLayoutVars>
      </dgm:prSet>
      <dgm:spPr/>
    </dgm:pt>
  </dgm:ptLst>
  <dgm:cxnLst>
    <dgm:cxn modelId="{A9FC2C2B-1670-47C4-B360-7B3969C88FC3}" type="presOf" srcId="{9676F260-806D-47AD-BB79-783910B90ECA}" destId="{B6DB72CD-F00B-4FA0-A94C-BC3D3691CB9D}" srcOrd="0" destOrd="0" presId="urn:microsoft.com/office/officeart/2018/2/layout/IconLabelList"/>
    <dgm:cxn modelId="{AED5222C-1A17-4811-9B89-5DF00A8BD46E}" srcId="{137BD615-15B7-4F83-B0E5-B146EE9D5009}" destId="{E72A4B9F-08C1-4239-8195-2D59ED9CD61F}" srcOrd="1" destOrd="0" parTransId="{ECFD74A7-131E-4316-972C-6F91D4DAF819}" sibTransId="{D9E21E90-7DC8-4B9F-8124-101B93DD1910}"/>
    <dgm:cxn modelId="{D540662E-8EBD-41BF-8CCB-85F73CD964A0}" srcId="{137BD615-15B7-4F83-B0E5-B146EE9D5009}" destId="{43D7C827-75C1-4EC0-BD90-F05B08F464F2}" srcOrd="2" destOrd="0" parTransId="{5C1EC363-19BA-4A4D-82B1-C04ABF7B1B72}" sibTransId="{78E7C532-3247-4CBB-93BE-DEBAA38E0B7A}"/>
    <dgm:cxn modelId="{E619F460-7A3D-402C-BACB-CF2689BBB679}" type="presOf" srcId="{137BD615-15B7-4F83-B0E5-B146EE9D5009}" destId="{6C4BE408-94D7-4218-BB7D-3B690BBEDCC0}" srcOrd="0" destOrd="0" presId="urn:microsoft.com/office/officeart/2018/2/layout/IconLabelList"/>
    <dgm:cxn modelId="{E3CC7A68-A7F7-4C2A-873B-3E153972F958}" srcId="{137BD615-15B7-4F83-B0E5-B146EE9D5009}" destId="{9676F260-806D-47AD-BB79-783910B90ECA}" srcOrd="0" destOrd="0" parTransId="{DA2A365D-E4D0-468D-8332-58C5C7A580B2}" sibTransId="{16137E04-EAC3-474A-86F7-03AC59365EFC}"/>
    <dgm:cxn modelId="{7E1A7FB6-187D-47E3-B387-974096DEDB93}" type="presOf" srcId="{E72A4B9F-08C1-4239-8195-2D59ED9CD61F}" destId="{68837634-236D-4DE0-84B4-D53FAD895F6A}" srcOrd="0" destOrd="0" presId="urn:microsoft.com/office/officeart/2018/2/layout/IconLabelList"/>
    <dgm:cxn modelId="{B01118D1-E2FD-4C34-B4F1-EBE838809A0C}" type="presOf" srcId="{43D7C827-75C1-4EC0-BD90-F05B08F464F2}" destId="{6ADD3661-AB08-4955-9FFA-CCA8E607D360}" srcOrd="0" destOrd="0" presId="urn:microsoft.com/office/officeart/2018/2/layout/IconLabelList"/>
    <dgm:cxn modelId="{39B354F2-9EAA-4FC6-AF01-275CC6CE107C}" type="presParOf" srcId="{6C4BE408-94D7-4218-BB7D-3B690BBEDCC0}" destId="{86DEBA6F-5314-4C0C-AA37-7128E0FC16AE}" srcOrd="0" destOrd="0" presId="urn:microsoft.com/office/officeart/2018/2/layout/IconLabelList"/>
    <dgm:cxn modelId="{3840E233-0B36-47E9-B0C1-69389D11CE44}" type="presParOf" srcId="{86DEBA6F-5314-4C0C-AA37-7128E0FC16AE}" destId="{B0BDFFF4-93BE-4F78-BCDE-6DA6CDBF431C}" srcOrd="0" destOrd="0" presId="urn:microsoft.com/office/officeart/2018/2/layout/IconLabelList"/>
    <dgm:cxn modelId="{90C7A032-0DA9-4B78-B062-588F0032611E}" type="presParOf" srcId="{86DEBA6F-5314-4C0C-AA37-7128E0FC16AE}" destId="{274DD48D-CFD0-4C85-B671-4894777B81A6}" srcOrd="1" destOrd="0" presId="urn:microsoft.com/office/officeart/2018/2/layout/IconLabelList"/>
    <dgm:cxn modelId="{CF502D62-4E9E-41F1-8BF3-226C425F09FE}" type="presParOf" srcId="{86DEBA6F-5314-4C0C-AA37-7128E0FC16AE}" destId="{B6DB72CD-F00B-4FA0-A94C-BC3D3691CB9D}" srcOrd="2" destOrd="0" presId="urn:microsoft.com/office/officeart/2018/2/layout/IconLabelList"/>
    <dgm:cxn modelId="{54E82293-6BFC-406B-B1C0-8F60423C65C3}" type="presParOf" srcId="{6C4BE408-94D7-4218-BB7D-3B690BBEDCC0}" destId="{65500136-B3AD-46CE-921E-B3C1ED79741C}" srcOrd="1" destOrd="0" presId="urn:microsoft.com/office/officeart/2018/2/layout/IconLabelList"/>
    <dgm:cxn modelId="{98E225BB-1954-45C3-938B-1C7A0B952FE6}" type="presParOf" srcId="{6C4BE408-94D7-4218-BB7D-3B690BBEDCC0}" destId="{222CE436-70CB-42A1-816A-83646CDA4DF1}" srcOrd="2" destOrd="0" presId="urn:microsoft.com/office/officeart/2018/2/layout/IconLabelList"/>
    <dgm:cxn modelId="{F9106F36-EDB9-4FD4-8108-0824B0D611AE}" type="presParOf" srcId="{222CE436-70CB-42A1-816A-83646CDA4DF1}" destId="{AF6DC2C1-340C-4AD8-991C-2D7D30C508B6}" srcOrd="0" destOrd="0" presId="urn:microsoft.com/office/officeart/2018/2/layout/IconLabelList"/>
    <dgm:cxn modelId="{8B9F3565-84FF-407E-BCD0-838A66163884}" type="presParOf" srcId="{222CE436-70CB-42A1-816A-83646CDA4DF1}" destId="{CCCFF999-ACB1-4359-ACCC-DF612B8E012F}" srcOrd="1" destOrd="0" presId="urn:microsoft.com/office/officeart/2018/2/layout/IconLabelList"/>
    <dgm:cxn modelId="{AB94CF38-052D-48E8-A0BF-A60F35051059}" type="presParOf" srcId="{222CE436-70CB-42A1-816A-83646CDA4DF1}" destId="{68837634-236D-4DE0-84B4-D53FAD895F6A}" srcOrd="2" destOrd="0" presId="urn:microsoft.com/office/officeart/2018/2/layout/IconLabelList"/>
    <dgm:cxn modelId="{CC10657D-82FC-4C30-B9FD-E05670ABDA48}" type="presParOf" srcId="{6C4BE408-94D7-4218-BB7D-3B690BBEDCC0}" destId="{F762A0E0-9D80-4CE1-B83B-EBF1FF9E851B}" srcOrd="3" destOrd="0" presId="urn:microsoft.com/office/officeart/2018/2/layout/IconLabelList"/>
    <dgm:cxn modelId="{C143FB1A-8F9F-40F3-9D78-79DC90C0EC36}" type="presParOf" srcId="{6C4BE408-94D7-4218-BB7D-3B690BBEDCC0}" destId="{01596584-7C1E-43E9-9356-2FD1DEE9C6AB}" srcOrd="4" destOrd="0" presId="urn:microsoft.com/office/officeart/2018/2/layout/IconLabelList"/>
    <dgm:cxn modelId="{AA3A31CA-1661-4939-A069-FAE016F52E14}" type="presParOf" srcId="{01596584-7C1E-43E9-9356-2FD1DEE9C6AB}" destId="{3A1CCED5-A4BE-46D8-8B03-3D315004EB8F}" srcOrd="0" destOrd="0" presId="urn:microsoft.com/office/officeart/2018/2/layout/IconLabelList"/>
    <dgm:cxn modelId="{52D754FD-1E22-4CCF-B8D0-35067B65F8D7}" type="presParOf" srcId="{01596584-7C1E-43E9-9356-2FD1DEE9C6AB}" destId="{913932C2-8537-48F0-BAA5-4B658E7BF2E5}" srcOrd="1" destOrd="0" presId="urn:microsoft.com/office/officeart/2018/2/layout/IconLabelList"/>
    <dgm:cxn modelId="{B0FA3E95-30E5-4CD9-9349-FD075DF097EF}" type="presParOf" srcId="{01596584-7C1E-43E9-9356-2FD1DEE9C6AB}" destId="{6ADD3661-AB08-4955-9FFA-CCA8E607D3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C4E3-833C-7B4A-A4D7-764A8A48A9B9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11880000"/>
            <a:gd name="adj2" fmla="val 1620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2EEF4-52CB-2041-9C6A-2D2279596BE1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7E9EA-E342-174A-B711-CF5342AE1A57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3240000"/>
            <a:gd name="adj2" fmla="val 756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8FB6C-8597-3B4C-8429-1ED5994D2865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20520000"/>
            <a:gd name="adj2" fmla="val 324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3AC5B-3E0A-5A4B-9F45-D7139F026AAF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9978C-8AF4-C540-92C0-7479253DC8A4}">
      <dsp:nvSpPr>
        <dsp:cNvPr id="0" name=""/>
        <dsp:cNvSpPr/>
      </dsp:nvSpPr>
      <dsp:spPr>
        <a:xfrm>
          <a:off x="3249860" y="2085778"/>
          <a:ext cx="2286700" cy="2286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ADEMP</a:t>
          </a:r>
        </a:p>
      </dsp:txBody>
      <dsp:txXfrm>
        <a:off x="3584739" y="2420657"/>
        <a:ext cx="1616942" cy="1616942"/>
      </dsp:txXfrm>
    </dsp:sp>
    <dsp:sp modelId="{CDF2EE28-0168-314F-B091-BABF18B504B8}">
      <dsp:nvSpPr>
        <dsp:cNvPr id="0" name=""/>
        <dsp:cNvSpPr/>
      </dsp:nvSpPr>
      <dsp:spPr>
        <a:xfrm>
          <a:off x="3592865" y="2910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Aims</a:t>
          </a:r>
        </a:p>
      </dsp:txBody>
      <dsp:txXfrm>
        <a:off x="3827281" y="237326"/>
        <a:ext cx="1131858" cy="1131858"/>
      </dsp:txXfrm>
    </dsp:sp>
    <dsp:sp modelId="{AE67639B-2D9E-7945-AEE3-208F8702E45D}">
      <dsp:nvSpPr>
        <dsp:cNvPr id="0" name=""/>
        <dsp:cNvSpPr/>
      </dsp:nvSpPr>
      <dsp:spPr>
        <a:xfrm>
          <a:off x="5900008" y="167914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</a:t>
          </a:r>
        </a:p>
      </dsp:txBody>
      <dsp:txXfrm>
        <a:off x="6134424" y="1913563"/>
        <a:ext cx="1131858" cy="1131858"/>
      </dsp:txXfrm>
    </dsp:sp>
    <dsp:sp modelId="{F3699036-D171-B040-B19C-E28F503814D2}">
      <dsp:nvSpPr>
        <dsp:cNvPr id="0" name=""/>
        <dsp:cNvSpPr/>
      </dsp:nvSpPr>
      <dsp:spPr>
        <a:xfrm>
          <a:off x="5018758" y="439135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Estimands</a:t>
          </a:r>
          <a:endParaRPr lang="en-US" sz="2500" kern="1200" dirty="0"/>
        </a:p>
      </dsp:txBody>
      <dsp:txXfrm>
        <a:off x="5253174" y="4625773"/>
        <a:ext cx="1131858" cy="1131858"/>
      </dsp:txXfrm>
    </dsp:sp>
    <dsp:sp modelId="{568AF35A-0AEE-934D-84EB-62B2C6067E50}">
      <dsp:nvSpPr>
        <dsp:cNvPr id="0" name=""/>
        <dsp:cNvSpPr/>
      </dsp:nvSpPr>
      <dsp:spPr>
        <a:xfrm>
          <a:off x="2166972" y="439135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Methods</a:t>
          </a:r>
          <a:endParaRPr lang="en-US" sz="2800" kern="1200" dirty="0"/>
        </a:p>
      </dsp:txBody>
      <dsp:txXfrm>
        <a:off x="2401388" y="4625773"/>
        <a:ext cx="1131858" cy="1131858"/>
      </dsp:txXfrm>
    </dsp:sp>
    <dsp:sp modelId="{19D453F3-7BE7-E84A-8365-CF7425F34F87}">
      <dsp:nvSpPr>
        <dsp:cNvPr id="0" name=""/>
        <dsp:cNvSpPr/>
      </dsp:nvSpPr>
      <dsp:spPr>
        <a:xfrm>
          <a:off x="1285722" y="167914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Performance</a:t>
          </a:r>
          <a:endParaRPr lang="en-US" sz="1500" kern="1200" dirty="0"/>
        </a:p>
      </dsp:txBody>
      <dsp:txXfrm>
        <a:off x="1520138" y="1913563"/>
        <a:ext cx="1131858" cy="1131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CCB07-959C-484E-BAE7-FBCE36AC56CE}">
      <dsp:nvSpPr>
        <dsp:cNvPr id="0" name=""/>
        <dsp:cNvSpPr/>
      </dsp:nvSpPr>
      <dsp:spPr>
        <a:xfrm>
          <a:off x="5545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Aims</a:t>
          </a:r>
        </a:p>
      </dsp:txBody>
      <dsp:txXfrm>
        <a:off x="35758" y="1114801"/>
        <a:ext cx="1658815" cy="971118"/>
      </dsp:txXfrm>
    </dsp:sp>
    <dsp:sp modelId="{F7D4E3B2-E126-B24B-B254-C30AD620D460}">
      <dsp:nvSpPr>
        <dsp:cNvPr id="0" name=""/>
        <dsp:cNvSpPr/>
      </dsp:nvSpPr>
      <dsp:spPr>
        <a:xfrm>
          <a:off x="1896711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896711" y="1472449"/>
        <a:ext cx="255135" cy="255823"/>
      </dsp:txXfrm>
    </dsp:sp>
    <dsp:sp modelId="{88FF5CC6-7B4C-A34C-993C-C8E9CB1CC989}">
      <dsp:nvSpPr>
        <dsp:cNvPr id="0" name=""/>
        <dsp:cNvSpPr/>
      </dsp:nvSpPr>
      <dsp:spPr>
        <a:xfrm>
          <a:off x="2412483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</a:t>
          </a:r>
        </a:p>
      </dsp:txBody>
      <dsp:txXfrm>
        <a:off x="2442696" y="1114801"/>
        <a:ext cx="1658815" cy="971118"/>
      </dsp:txXfrm>
    </dsp:sp>
    <dsp:sp modelId="{A534EA28-5643-8442-8DE0-6CC4D1B3BD2D}">
      <dsp:nvSpPr>
        <dsp:cNvPr id="0" name=""/>
        <dsp:cNvSpPr/>
      </dsp:nvSpPr>
      <dsp:spPr>
        <a:xfrm>
          <a:off x="4303649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303649" y="1472449"/>
        <a:ext cx="255135" cy="255823"/>
      </dsp:txXfrm>
    </dsp:sp>
    <dsp:sp modelId="{C7A6C5DE-7D8D-B84F-95E8-0A1E60A6BD33}">
      <dsp:nvSpPr>
        <dsp:cNvPr id="0" name=""/>
        <dsp:cNvSpPr/>
      </dsp:nvSpPr>
      <dsp:spPr>
        <a:xfrm>
          <a:off x="4819421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Estimands</a:t>
          </a:r>
        </a:p>
      </dsp:txBody>
      <dsp:txXfrm>
        <a:off x="4849634" y="1114801"/>
        <a:ext cx="1658815" cy="971118"/>
      </dsp:txXfrm>
    </dsp:sp>
    <dsp:sp modelId="{0E1E5BD7-AF9C-6E40-A420-0D9338863497}">
      <dsp:nvSpPr>
        <dsp:cNvPr id="0" name=""/>
        <dsp:cNvSpPr/>
      </dsp:nvSpPr>
      <dsp:spPr>
        <a:xfrm>
          <a:off x="6710587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710587" y="1472449"/>
        <a:ext cx="255135" cy="255823"/>
      </dsp:txXfrm>
    </dsp:sp>
    <dsp:sp modelId="{5D641205-8394-A24D-8EE1-FB22E12CCCD6}">
      <dsp:nvSpPr>
        <dsp:cNvPr id="0" name=""/>
        <dsp:cNvSpPr/>
      </dsp:nvSpPr>
      <dsp:spPr>
        <a:xfrm>
          <a:off x="7226359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Methods</a:t>
          </a:r>
        </a:p>
      </dsp:txBody>
      <dsp:txXfrm>
        <a:off x="7256572" y="1114801"/>
        <a:ext cx="1658815" cy="971118"/>
      </dsp:txXfrm>
    </dsp:sp>
    <dsp:sp modelId="{B321B353-4482-4A49-8CA8-97BA1F08E7C6}">
      <dsp:nvSpPr>
        <dsp:cNvPr id="0" name=""/>
        <dsp:cNvSpPr/>
      </dsp:nvSpPr>
      <dsp:spPr>
        <a:xfrm>
          <a:off x="9117525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9117525" y="1472449"/>
        <a:ext cx="255135" cy="255823"/>
      </dsp:txXfrm>
    </dsp:sp>
    <dsp:sp modelId="{27C7EA67-C98C-8D41-BC65-6148616440A8}">
      <dsp:nvSpPr>
        <dsp:cNvPr id="0" name=""/>
        <dsp:cNvSpPr/>
      </dsp:nvSpPr>
      <dsp:spPr>
        <a:xfrm>
          <a:off x="9633297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Performance</a:t>
          </a:r>
        </a:p>
      </dsp:txBody>
      <dsp:txXfrm>
        <a:off x="9663510" y="1114801"/>
        <a:ext cx="1658815" cy="971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FA7F5-0B15-B44D-B5E2-EFDF21885B1C}">
      <dsp:nvSpPr>
        <dsp:cNvPr id="0" name=""/>
        <dsp:cNvSpPr/>
      </dsp:nvSpPr>
      <dsp:spPr>
        <a:xfrm>
          <a:off x="-4616083" y="-707714"/>
          <a:ext cx="5498650" cy="5498650"/>
        </a:xfrm>
        <a:prstGeom prst="blockArc">
          <a:avLst>
            <a:gd name="adj1" fmla="val 18900000"/>
            <a:gd name="adj2" fmla="val 2700000"/>
            <a:gd name="adj3" fmla="val 39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8BA54-94D0-6C43-8F8C-1FFAFABFF2A2}">
      <dsp:nvSpPr>
        <dsp:cNvPr id="0" name=""/>
        <dsp:cNvSpPr/>
      </dsp:nvSpPr>
      <dsp:spPr>
        <a:xfrm>
          <a:off x="462262" y="313918"/>
          <a:ext cx="678284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Demonstrate a new method</a:t>
          </a:r>
          <a:endParaRPr lang="en-US" sz="3400" kern="1200"/>
        </a:p>
      </dsp:txBody>
      <dsp:txXfrm>
        <a:off x="462262" y="313918"/>
        <a:ext cx="6782844" cy="628162"/>
      </dsp:txXfrm>
    </dsp:sp>
    <dsp:sp modelId="{26E5BE8D-39CB-DB4C-8C81-7323D35C18C0}">
      <dsp:nvSpPr>
        <dsp:cNvPr id="0" name=""/>
        <dsp:cNvSpPr/>
      </dsp:nvSpPr>
      <dsp:spPr>
        <a:xfrm>
          <a:off x="69660" y="235397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1001E-93E3-654B-B916-D4D90F9F1D83}">
      <dsp:nvSpPr>
        <dsp:cNvPr id="0" name=""/>
        <dsp:cNvSpPr/>
      </dsp:nvSpPr>
      <dsp:spPr>
        <a:xfrm>
          <a:off x="822402" y="1256325"/>
          <a:ext cx="642270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 dirty="0"/>
            <a:t>Explore robustness or bias</a:t>
          </a:r>
          <a:endParaRPr lang="en-US" sz="3400" kern="1200" dirty="0"/>
        </a:p>
      </dsp:txBody>
      <dsp:txXfrm>
        <a:off x="822402" y="1256325"/>
        <a:ext cx="6422704" cy="628162"/>
      </dsp:txXfrm>
    </dsp:sp>
    <dsp:sp modelId="{8FAC96CB-0C0C-9643-8A3D-881AD5273703}">
      <dsp:nvSpPr>
        <dsp:cNvPr id="0" name=""/>
        <dsp:cNvSpPr/>
      </dsp:nvSpPr>
      <dsp:spPr>
        <a:xfrm>
          <a:off x="429800" y="1177805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67163-6285-1845-9882-55D6678A6BD0}">
      <dsp:nvSpPr>
        <dsp:cNvPr id="0" name=""/>
        <dsp:cNvSpPr/>
      </dsp:nvSpPr>
      <dsp:spPr>
        <a:xfrm>
          <a:off x="822402" y="2198733"/>
          <a:ext cx="642270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 dirty="0"/>
            <a:t>Compare competing methods</a:t>
          </a:r>
          <a:endParaRPr lang="en-US" sz="3400" kern="1200" dirty="0"/>
        </a:p>
      </dsp:txBody>
      <dsp:txXfrm>
        <a:off x="822402" y="2198733"/>
        <a:ext cx="6422704" cy="628162"/>
      </dsp:txXfrm>
    </dsp:sp>
    <dsp:sp modelId="{6A71D795-D4E9-ED46-B356-AFA351334866}">
      <dsp:nvSpPr>
        <dsp:cNvPr id="0" name=""/>
        <dsp:cNvSpPr/>
      </dsp:nvSpPr>
      <dsp:spPr>
        <a:xfrm>
          <a:off x="429800" y="2120213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8E163-9AC6-C64A-8348-6499A8E6E6A3}">
      <dsp:nvSpPr>
        <dsp:cNvPr id="0" name=""/>
        <dsp:cNvSpPr/>
      </dsp:nvSpPr>
      <dsp:spPr>
        <a:xfrm>
          <a:off x="462262" y="3141141"/>
          <a:ext cx="678284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Inform study design</a:t>
          </a:r>
          <a:endParaRPr lang="en-US" sz="3400" kern="1200"/>
        </a:p>
      </dsp:txBody>
      <dsp:txXfrm>
        <a:off x="462262" y="3141141"/>
        <a:ext cx="6782844" cy="628162"/>
      </dsp:txXfrm>
    </dsp:sp>
    <dsp:sp modelId="{ED78F6A9-088E-774D-86B3-C971B20015ED}">
      <dsp:nvSpPr>
        <dsp:cNvPr id="0" name=""/>
        <dsp:cNvSpPr/>
      </dsp:nvSpPr>
      <dsp:spPr>
        <a:xfrm>
          <a:off x="69660" y="3062620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053D8-4722-9841-B403-C57643E88133}">
      <dsp:nvSpPr>
        <dsp:cNvPr id="0" name=""/>
        <dsp:cNvSpPr/>
      </dsp:nvSpPr>
      <dsp:spPr>
        <a:xfrm>
          <a:off x="722264" y="2823"/>
          <a:ext cx="3617041" cy="1546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75" tIns="69850" rIns="104775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Bad Aims</a:t>
          </a:r>
        </a:p>
      </dsp:txBody>
      <dsp:txXfrm>
        <a:off x="767562" y="48121"/>
        <a:ext cx="3526445" cy="1455981"/>
      </dsp:txXfrm>
    </dsp:sp>
    <dsp:sp modelId="{212EEBD4-E1C2-5147-BEB9-FB6BDF17E2C5}">
      <dsp:nvSpPr>
        <dsp:cNvPr id="0" name=""/>
        <dsp:cNvSpPr/>
      </dsp:nvSpPr>
      <dsp:spPr>
        <a:xfrm>
          <a:off x="1083968" y="1549400"/>
          <a:ext cx="361704" cy="1159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9932"/>
              </a:lnTo>
              <a:lnTo>
                <a:pt x="361704" y="11599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2B42A7-826A-814A-B3DD-03FAF323B028}">
      <dsp:nvSpPr>
        <dsp:cNvPr id="0" name=""/>
        <dsp:cNvSpPr/>
      </dsp:nvSpPr>
      <dsp:spPr>
        <a:xfrm>
          <a:off x="1445673" y="1936044"/>
          <a:ext cx="2710493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Determine the sample size</a:t>
          </a:r>
          <a:endParaRPr lang="en-US" sz="1800" kern="1200" dirty="0"/>
        </a:p>
      </dsp:txBody>
      <dsp:txXfrm>
        <a:off x="1490971" y="1981342"/>
        <a:ext cx="2619897" cy="1455981"/>
      </dsp:txXfrm>
    </dsp:sp>
    <dsp:sp modelId="{119CB938-A0BE-FF44-85B7-3408298CF53B}">
      <dsp:nvSpPr>
        <dsp:cNvPr id="0" name=""/>
        <dsp:cNvSpPr/>
      </dsp:nvSpPr>
      <dsp:spPr>
        <a:xfrm>
          <a:off x="1083968" y="1549400"/>
          <a:ext cx="361704" cy="3093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154"/>
              </a:lnTo>
              <a:lnTo>
                <a:pt x="361704" y="30931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5F845-B553-154D-964D-C638D13830C9}">
      <dsp:nvSpPr>
        <dsp:cNvPr id="0" name=""/>
        <dsp:cNvSpPr/>
      </dsp:nvSpPr>
      <dsp:spPr>
        <a:xfrm>
          <a:off x="1445673" y="3869266"/>
          <a:ext cx="2710493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See how the model behaves</a:t>
          </a:r>
        </a:p>
      </dsp:txBody>
      <dsp:txXfrm>
        <a:off x="1490971" y="3914564"/>
        <a:ext cx="2619897" cy="1455981"/>
      </dsp:txXfrm>
    </dsp:sp>
    <dsp:sp modelId="{20A2FB07-E126-5640-B458-56E1C97CF860}">
      <dsp:nvSpPr>
        <dsp:cNvPr id="0" name=""/>
        <dsp:cNvSpPr/>
      </dsp:nvSpPr>
      <dsp:spPr>
        <a:xfrm>
          <a:off x="5112594" y="2823"/>
          <a:ext cx="3574943" cy="1546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75" tIns="69850" rIns="104775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Good Aims</a:t>
          </a:r>
        </a:p>
      </dsp:txBody>
      <dsp:txXfrm>
        <a:off x="5157892" y="48121"/>
        <a:ext cx="3484347" cy="1455981"/>
      </dsp:txXfrm>
    </dsp:sp>
    <dsp:sp modelId="{D0B14C7B-8285-B446-9EE3-59FF836F0B66}">
      <dsp:nvSpPr>
        <dsp:cNvPr id="0" name=""/>
        <dsp:cNvSpPr/>
      </dsp:nvSpPr>
      <dsp:spPr>
        <a:xfrm>
          <a:off x="5470089" y="1549400"/>
          <a:ext cx="357494" cy="1159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9932"/>
              </a:lnTo>
              <a:lnTo>
                <a:pt x="357494" y="11599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A0347-C080-4A4E-B8B6-BD061EA607A6}">
      <dsp:nvSpPr>
        <dsp:cNvPr id="0" name=""/>
        <dsp:cNvSpPr/>
      </dsp:nvSpPr>
      <dsp:spPr>
        <a:xfrm>
          <a:off x="5827583" y="1936044"/>
          <a:ext cx="2862899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Estimate sample size for 80% power (</a:t>
          </a:r>
          <a14:m xmlns:a14="http://schemas.microsoft.com/office/drawing/2010/main">
            <m:oMath xmlns:m="http://schemas.openxmlformats.org/officeDocument/2006/math">
              <m:r>
                <a:rPr lang="en-US" sz="1800" b="0" i="1" kern="1200" dirty="0" smtClean="0">
                  <a:latin typeface="Cambria Math" panose="02040503050406030204" pitchFamily="18" charset="0"/>
                </a:rPr>
                <m:t>𝛼</m:t>
              </m:r>
              <m:r>
                <m:rPr>
                  <m:lit/>
                </m:rPr>
                <a:rPr lang="en-US" sz="1800" b="0" i="1" kern="1200" dirty="0" smtClean="0">
                  <a:latin typeface="Cambria Math" panose="02040503050406030204" pitchFamily="18" charset="0"/>
                </a:rPr>
                <m:t> </m:t>
              </m:r>
            </m:oMath>
          </a14:m>
          <a:r>
            <a:rPr lang="en-US" sz="1800" b="0" kern="1200" dirty="0"/>
            <a:t>= 0.05) to detect a risk difference of -0.05 when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800" b="0" i="1" kern="1200" dirty="0" smtClean="0">
                      <a:latin typeface="Cambria Math" panose="02040503050406030204" pitchFamily="18" charset="0"/>
                    </a:rPr>
                    <m:t>𝑝</m:t>
                  </m:r>
                </m:e>
                <m:sub>
                  <m:r>
                    <a:rPr lang="en-US" sz="1800" b="0" i="1" kern="1200" dirty="0" smtClean="0">
                      <a:latin typeface="Cambria Math" panose="02040503050406030204" pitchFamily="18" charset="0"/>
                    </a:rPr>
                    <m:t>0</m:t>
                  </m:r>
                </m:sub>
              </m:sSub>
            </m:oMath>
          </a14:m>
          <a:r>
            <a:rPr lang="en-US" sz="1800" b="0" kern="1200" dirty="0"/>
            <a:t>= 0.25, allowing for 10% dropout.</a:t>
          </a:r>
          <a:endParaRPr lang="en-US" sz="1800" kern="1200" dirty="0"/>
        </a:p>
      </dsp:txBody>
      <dsp:txXfrm>
        <a:off x="5872881" y="1981342"/>
        <a:ext cx="2772303" cy="1455981"/>
      </dsp:txXfrm>
    </dsp:sp>
    <dsp:sp modelId="{13566CFD-9C83-3947-8194-DDCF8E502AAD}">
      <dsp:nvSpPr>
        <dsp:cNvPr id="0" name=""/>
        <dsp:cNvSpPr/>
      </dsp:nvSpPr>
      <dsp:spPr>
        <a:xfrm>
          <a:off x="5470089" y="1549400"/>
          <a:ext cx="357494" cy="3093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154"/>
              </a:lnTo>
              <a:lnTo>
                <a:pt x="357494" y="30931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21A344-15CF-024E-9698-CF3F6C215A77}">
      <dsp:nvSpPr>
        <dsp:cNvPr id="0" name=""/>
        <dsp:cNvSpPr/>
      </dsp:nvSpPr>
      <dsp:spPr>
        <a:xfrm>
          <a:off x="5827583" y="3869266"/>
          <a:ext cx="2858000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 dirty="0"/>
            <a:t>Assess small-sample bias of a Cox model under 30% censoring.</a:t>
          </a:r>
          <a:endParaRPr lang="en-US" sz="1800" kern="1200" dirty="0"/>
        </a:p>
      </dsp:txBody>
      <dsp:txXfrm>
        <a:off x="5872881" y="3914564"/>
        <a:ext cx="2767404" cy="14559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DFFF4-93BE-4F78-BCDE-6DA6CDBF431C}">
      <dsp:nvSpPr>
        <dsp:cNvPr id="0" name=""/>
        <dsp:cNvSpPr/>
      </dsp:nvSpPr>
      <dsp:spPr>
        <a:xfrm>
          <a:off x="617735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B72CD-F00B-4FA0-A94C-BC3D3691CB9D}">
      <dsp:nvSpPr>
        <dsp:cNvPr id="0" name=""/>
        <dsp:cNvSpPr/>
      </dsp:nvSpPr>
      <dsp:spPr>
        <a:xfrm>
          <a:off x="80586" y="1783268"/>
          <a:ext cx="1953269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Please follow the steps in the notes section under the slides carefully.</a:t>
          </a:r>
        </a:p>
      </dsp:txBody>
      <dsp:txXfrm>
        <a:off x="80586" y="1783268"/>
        <a:ext cx="1953269" cy="945000"/>
      </dsp:txXfrm>
    </dsp:sp>
    <dsp:sp modelId="{AF6DC2C1-340C-4AD8-991C-2D7D30C508B6}">
      <dsp:nvSpPr>
        <dsp:cNvPr id="0" name=""/>
        <dsp:cNvSpPr/>
      </dsp:nvSpPr>
      <dsp:spPr>
        <a:xfrm>
          <a:off x="2912826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37634-236D-4DE0-84B4-D53FAD895F6A}">
      <dsp:nvSpPr>
        <dsp:cNvPr id="0" name=""/>
        <dsp:cNvSpPr/>
      </dsp:nvSpPr>
      <dsp:spPr>
        <a:xfrm>
          <a:off x="2389946" y="1783268"/>
          <a:ext cx="1924732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Delete the slides or placeholders you do not wish to include in your presentation.</a:t>
          </a:r>
        </a:p>
      </dsp:txBody>
      <dsp:txXfrm>
        <a:off x="2389946" y="1783268"/>
        <a:ext cx="1924732" cy="945000"/>
      </dsp:txXfrm>
    </dsp:sp>
    <dsp:sp modelId="{3A1CCED5-A4BE-46D8-8B03-3D315004EB8F}">
      <dsp:nvSpPr>
        <dsp:cNvPr id="0" name=""/>
        <dsp:cNvSpPr/>
      </dsp:nvSpPr>
      <dsp:spPr>
        <a:xfrm>
          <a:off x="5207918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3661-AB08-4955-9FFA-CCA8E607D360}">
      <dsp:nvSpPr>
        <dsp:cNvPr id="0" name=""/>
        <dsp:cNvSpPr/>
      </dsp:nvSpPr>
      <dsp:spPr>
        <a:xfrm>
          <a:off x="4805740" y="1783268"/>
          <a:ext cx="1683327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More slides can be added from the </a:t>
          </a:r>
          <a:br>
            <a:rPr lang="en-US" sz="1600" kern="1200" dirty="0"/>
          </a:br>
          <a:r>
            <a:rPr lang="en-US" sz="1600" b="1" kern="1200" dirty="0"/>
            <a:t>Insert</a:t>
          </a:r>
          <a:r>
            <a:rPr lang="en-US" sz="1600" kern="1200" dirty="0"/>
            <a:t> &gt; </a:t>
          </a:r>
          <a:r>
            <a:rPr lang="en-US" sz="1600" b="1" kern="1200" dirty="0"/>
            <a:t>New Slide </a:t>
          </a:r>
          <a:r>
            <a:rPr lang="en-US" sz="1600" kern="1200" dirty="0"/>
            <a:t>option.</a:t>
          </a:r>
        </a:p>
      </dsp:txBody>
      <dsp:txXfrm>
        <a:off x="4805740" y="1783268"/>
        <a:ext cx="1683327" cy="9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7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BCB4-3F72-A8B8-236C-3C132437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34867-3CDA-70CE-2FCA-CA2869BC6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6A3A6-ECCF-D015-90D5-FE3C55854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70FC4-D6C8-2D50-F5B3-2C6BAF7E8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9E12-D7D3-E472-277B-FFDC210A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2BC0D-ED4D-364D-4EA2-C44A760FF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972E3-06FF-03B7-B4B5-36275E399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23AF-9B35-B3BD-5D95-291BB3A73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98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5247-0948-01A2-3156-AA901915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6DFDD-533D-5FCB-AEFD-5B8020DAA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CD82-2DEE-9C50-85F6-4D90EF77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00824-2B25-BB07-2F15-90F7E5B9E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8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7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9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Solid maroon background slide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ZA" b="0" i="0" dirty="0">
                <a:solidFill>
                  <a:srgbClr val="252423"/>
                </a:solidFill>
                <a:effectLst/>
                <a:latin typeface="-apple-system"/>
              </a:rPr>
              <a:t>The ghost text placeholder is fully scalable and movable.</a:t>
            </a: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To add a background image: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Right-click on the slide and choose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Format Background … </a:t>
            </a: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or texture fill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option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8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68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Medicine and Health Sciences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EyeNzululwazi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ngezoNyango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neMpilo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Geneeskunde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en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Gesondheidswetenskappe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8.sv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0.jpe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9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7C0B725-AD9C-EA67-5447-E736D3030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7334847"/>
              </p:ext>
            </p:extLst>
          </p:nvPr>
        </p:nvGraphicFramePr>
        <p:xfrm>
          <a:off x="2031999" y="719666"/>
          <a:ext cx="8786421" cy="6037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196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12B8-67CF-F5DC-34EA-D4D767A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C4918E-E23D-CD5E-2044-3B8573283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92028"/>
              </p:ext>
            </p:extLst>
          </p:nvPr>
        </p:nvGraphicFramePr>
        <p:xfrm>
          <a:off x="2032000" y="1087528"/>
          <a:ext cx="8128000" cy="4351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422138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1684657"/>
                    </a:ext>
                  </a:extLst>
                </a:gridCol>
              </a:tblGrid>
              <a:tr h="2175549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Simulate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DEFINITELY SIMULATE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266424"/>
                  </a:ext>
                </a:extLst>
              </a:tr>
              <a:tr h="217554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Use Formula</a:t>
                      </a:r>
                    </a:p>
                  </a:txBody>
                  <a:tcPr anchor="ctr">
                    <a:solidFill>
                      <a:srgbClr val="006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Simulate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629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D700AF-832B-A9FD-EA60-5B1C0ECDB559}"/>
              </a:ext>
            </a:extLst>
          </p:cNvPr>
          <p:cNvSpPr txBox="1"/>
          <p:nvPr/>
        </p:nvSpPr>
        <p:spPr>
          <a:xfrm>
            <a:off x="4477407" y="6134071"/>
            <a:ext cx="323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Closed-Form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4A5C9-5692-C50A-B207-9D5B9B2D0E21}"/>
              </a:ext>
            </a:extLst>
          </p:cNvPr>
          <p:cNvSpPr txBox="1"/>
          <p:nvPr/>
        </p:nvSpPr>
        <p:spPr>
          <a:xfrm rot="16200000">
            <a:off x="-449492" y="3032244"/>
            <a:ext cx="197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Assumptions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A92545-7F24-23AC-D857-D277511F3BA1}"/>
              </a:ext>
            </a:extLst>
          </p:cNvPr>
          <p:cNvCxnSpPr/>
          <p:nvPr/>
        </p:nvCxnSpPr>
        <p:spPr>
          <a:xfrm flipH="1">
            <a:off x="1807779" y="2154621"/>
            <a:ext cx="22422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B9B35B-AF3B-BE87-2D2C-0E159A3A0910}"/>
              </a:ext>
            </a:extLst>
          </p:cNvPr>
          <p:cNvCxnSpPr/>
          <p:nvPr/>
        </p:nvCxnSpPr>
        <p:spPr>
          <a:xfrm flipH="1">
            <a:off x="1807778" y="4398579"/>
            <a:ext cx="22422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45BE4-36B1-40D3-A342-80D3802CADFE}"/>
              </a:ext>
            </a:extLst>
          </p:cNvPr>
          <p:cNvCxnSpPr>
            <a:cxnSpLocks/>
          </p:cNvCxnSpPr>
          <p:nvPr/>
        </p:nvCxnSpPr>
        <p:spPr>
          <a:xfrm>
            <a:off x="3960647" y="5438626"/>
            <a:ext cx="0" cy="26275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746869-7419-0456-D897-59804F1DDA1C}"/>
              </a:ext>
            </a:extLst>
          </p:cNvPr>
          <p:cNvCxnSpPr>
            <a:cxnSpLocks/>
          </p:cNvCxnSpPr>
          <p:nvPr/>
        </p:nvCxnSpPr>
        <p:spPr>
          <a:xfrm>
            <a:off x="8138510" y="5438625"/>
            <a:ext cx="0" cy="26275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AB0E9C-0C04-ADF0-DC2E-0713D7603484}"/>
              </a:ext>
            </a:extLst>
          </p:cNvPr>
          <p:cNvSpPr txBox="1"/>
          <p:nvPr/>
        </p:nvSpPr>
        <p:spPr>
          <a:xfrm>
            <a:off x="774262" y="1969955"/>
            <a:ext cx="114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Violated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5A2B7-D049-72DC-BC53-A110FE9799AA}"/>
              </a:ext>
            </a:extLst>
          </p:cNvPr>
          <p:cNvSpPr txBox="1"/>
          <p:nvPr/>
        </p:nvSpPr>
        <p:spPr>
          <a:xfrm>
            <a:off x="1115522" y="4213913"/>
            <a:ext cx="69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CDB48-4DD0-9384-AB12-F2DCF270D30D}"/>
              </a:ext>
            </a:extLst>
          </p:cNvPr>
          <p:cNvSpPr txBox="1"/>
          <p:nvPr/>
        </p:nvSpPr>
        <p:spPr>
          <a:xfrm>
            <a:off x="3379075" y="5764739"/>
            <a:ext cx="116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Available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6F0F6-836F-AC7A-85DF-E302D77D5F69}"/>
              </a:ext>
            </a:extLst>
          </p:cNvPr>
          <p:cNvSpPr txBox="1"/>
          <p:nvPr/>
        </p:nvSpPr>
        <p:spPr>
          <a:xfrm>
            <a:off x="7556938" y="5764739"/>
            <a:ext cx="161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Available</a:t>
            </a:r>
          </a:p>
        </p:txBody>
      </p:sp>
    </p:spTree>
    <p:extLst>
      <p:ext uri="{BB962C8B-B14F-4D97-AF65-F5344CB8AC3E}">
        <p14:creationId xmlns:p14="http://schemas.microsoft.com/office/powerpoint/2010/main" val="8132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DD54-8FDB-06B9-4FD6-B9C893AC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DAC75F-FE01-34E2-B7A3-F799F7258E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16137"/>
              </p:ext>
            </p:extLst>
          </p:nvPr>
        </p:nvGraphicFramePr>
        <p:xfrm>
          <a:off x="481614" y="1733797"/>
          <a:ext cx="11358085" cy="320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94A4DC-9213-69F8-0B61-A4B198EC97C0}"/>
              </a:ext>
            </a:extLst>
          </p:cNvPr>
          <p:cNvSpPr txBox="1"/>
          <p:nvPr/>
        </p:nvSpPr>
        <p:spPr>
          <a:xfrm>
            <a:off x="689425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Precise question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2E558-151E-F7EF-6B09-0E64B3909C1A}"/>
              </a:ext>
            </a:extLst>
          </p:cNvPr>
          <p:cNvSpPr txBox="1"/>
          <p:nvPr/>
        </p:nvSpPr>
        <p:spPr>
          <a:xfrm>
            <a:off x="3082468" y="3871355"/>
            <a:ext cx="1448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data are generated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26B23-22DB-FAFA-C90D-10942A0AA1A2}"/>
              </a:ext>
            </a:extLst>
          </p:cNvPr>
          <p:cNvSpPr txBox="1"/>
          <p:nvPr/>
        </p:nvSpPr>
        <p:spPr>
          <a:xfrm>
            <a:off x="5475511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we target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C9FDD-AB67-DC50-B3F1-EC8C1A4B0490}"/>
              </a:ext>
            </a:extLst>
          </p:cNvPr>
          <p:cNvSpPr txBox="1"/>
          <p:nvPr/>
        </p:nvSpPr>
        <p:spPr>
          <a:xfrm>
            <a:off x="7868554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we compare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F04C23-AE1C-E8FF-25C3-AF5545D59F30}"/>
              </a:ext>
            </a:extLst>
          </p:cNvPr>
          <p:cNvSpPr txBox="1"/>
          <p:nvPr/>
        </p:nvSpPr>
        <p:spPr>
          <a:xfrm>
            <a:off x="10261597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we judge</a:t>
            </a:r>
          </a:p>
        </p:txBody>
      </p:sp>
    </p:spTree>
    <p:extLst>
      <p:ext uri="{BB962C8B-B14F-4D97-AF65-F5344CB8AC3E}">
        <p14:creationId xmlns:p14="http://schemas.microsoft.com/office/powerpoint/2010/main" val="213940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E4D4-0D60-B008-0C6A-EDAEF3EF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4F2E82-471E-C0BE-7D1A-6671F0BA3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373019"/>
              </p:ext>
            </p:extLst>
          </p:nvPr>
        </p:nvGraphicFramePr>
        <p:xfrm>
          <a:off x="1489442" y="940040"/>
          <a:ext cx="7300597" cy="408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Graphic 8" descr="Performance Curtains outline">
            <a:extLst>
              <a:ext uri="{FF2B5EF4-FFF2-40B4-BE49-F238E27FC236}">
                <a16:creationId xmlns:a16="http://schemas.microsoft.com/office/drawing/2014/main" id="{7E2EB1E3-241F-0F7A-0298-46EFC943A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64598" y="1270220"/>
            <a:ext cx="572985" cy="572985"/>
          </a:xfrm>
          <a:prstGeom prst="rect">
            <a:avLst/>
          </a:prstGeom>
        </p:spPr>
      </p:pic>
      <p:pic>
        <p:nvPicPr>
          <p:cNvPr id="12" name="Graphic 11" descr="Venn diagram outline">
            <a:extLst>
              <a:ext uri="{FF2B5EF4-FFF2-40B4-BE49-F238E27FC236}">
                <a16:creationId xmlns:a16="http://schemas.microsoft.com/office/drawing/2014/main" id="{6B8E7A51-4A92-3F1A-5059-EE7C09E891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34157" y="3047505"/>
            <a:ext cx="762990" cy="762990"/>
          </a:xfrm>
          <a:prstGeom prst="rect">
            <a:avLst/>
          </a:prstGeom>
        </p:spPr>
      </p:pic>
      <p:pic>
        <p:nvPicPr>
          <p:cNvPr id="14" name="Graphic 13" descr="Magnifying glass outline">
            <a:extLst>
              <a:ext uri="{FF2B5EF4-FFF2-40B4-BE49-F238E27FC236}">
                <a16:creationId xmlns:a16="http://schemas.microsoft.com/office/drawing/2014/main" id="{C4CA8017-F032-1D73-022A-0930CE3A72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1985" y="2226731"/>
            <a:ext cx="572984" cy="572984"/>
          </a:xfrm>
          <a:prstGeom prst="rect">
            <a:avLst/>
          </a:prstGeom>
        </p:spPr>
      </p:pic>
      <p:pic>
        <p:nvPicPr>
          <p:cNvPr id="19" name="Graphic 18" descr="Information outline">
            <a:extLst>
              <a:ext uri="{FF2B5EF4-FFF2-40B4-BE49-F238E27FC236}">
                <a16:creationId xmlns:a16="http://schemas.microsoft.com/office/drawing/2014/main" id="{6B8F7850-7715-7320-29B7-3E20CF51DF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9449" y="4106333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3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AEE7C87-4B6B-AFC9-4A7D-CAF35F71E27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2299151"/>
                  </p:ext>
                </p:extLst>
              </p:nvPr>
            </p:nvGraphicFramePr>
            <p:xfrm>
              <a:off x="2032000" y="719666"/>
              <a:ext cx="9412748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AEE7C87-4B6B-AFC9-4A7D-CAF35F71E27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2299151"/>
                  </p:ext>
                </p:extLst>
              </p:nvPr>
            </p:nvGraphicFramePr>
            <p:xfrm>
              <a:off x="2032000" y="719666"/>
              <a:ext cx="9412748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13297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actory with solid fill">
            <a:extLst>
              <a:ext uri="{FF2B5EF4-FFF2-40B4-BE49-F238E27FC236}">
                <a16:creationId xmlns:a16="http://schemas.microsoft.com/office/drawing/2014/main" id="{3E2F3A9F-FE57-8E88-35C5-60D7FEFBE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2932" y="2153264"/>
            <a:ext cx="2551471" cy="2551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832F7-AA19-EB8D-BA9D-2AC24FFD5D64}"/>
              </a:ext>
            </a:extLst>
          </p:cNvPr>
          <p:cNvSpPr txBox="1"/>
          <p:nvPr/>
        </p:nvSpPr>
        <p:spPr>
          <a:xfrm>
            <a:off x="2394759" y="2735062"/>
            <a:ext cx="76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0C8DA-BAD7-D5C6-8C21-46C2BA9A1152}"/>
              </a:ext>
            </a:extLst>
          </p:cNvPr>
          <p:cNvSpPr txBox="1"/>
          <p:nvPr/>
        </p:nvSpPr>
        <p:spPr>
          <a:xfrm>
            <a:off x="1474215" y="3200399"/>
            <a:ext cx="1231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Standard Deviation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A9E00-DB64-4550-C779-B05C148EF56F}"/>
              </a:ext>
            </a:extLst>
          </p:cNvPr>
          <p:cNvSpPr txBox="1"/>
          <p:nvPr/>
        </p:nvSpPr>
        <p:spPr>
          <a:xfrm>
            <a:off x="2985919" y="3129313"/>
            <a:ext cx="139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8C375-5BE1-49AB-51E5-A2AC1145948A}"/>
              </a:ext>
            </a:extLst>
          </p:cNvPr>
          <p:cNvSpPr txBox="1"/>
          <p:nvPr/>
        </p:nvSpPr>
        <p:spPr>
          <a:xfrm>
            <a:off x="3159218" y="3952229"/>
            <a:ext cx="155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Sample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1D2A3-CB18-4CF5-8DB3-96D481AD00A3}"/>
              </a:ext>
            </a:extLst>
          </p:cNvPr>
          <p:cNvSpPr txBox="1"/>
          <p:nvPr/>
        </p:nvSpPr>
        <p:spPr>
          <a:xfrm>
            <a:off x="1605722" y="3892896"/>
            <a:ext cx="155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Missing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339B9-5540-D851-8135-FE12F3CD6316}"/>
              </a:ext>
            </a:extLst>
          </p:cNvPr>
          <p:cNvSpPr txBox="1"/>
          <p:nvPr/>
        </p:nvSpPr>
        <p:spPr>
          <a:xfrm>
            <a:off x="2747491" y="3523564"/>
            <a:ext cx="155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Interactions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DA42159-3D7C-09E2-B665-9D9113075EE7}"/>
              </a:ext>
            </a:extLst>
          </p:cNvPr>
          <p:cNvSpPr/>
          <p:nvPr/>
        </p:nvSpPr>
        <p:spPr>
          <a:xfrm>
            <a:off x="4598417" y="3523564"/>
            <a:ext cx="73741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740DBEA-37FE-A337-76A2-50A140C197DD}"/>
              </a:ext>
            </a:extLst>
          </p:cNvPr>
          <p:cNvSpPr/>
          <p:nvPr/>
        </p:nvSpPr>
        <p:spPr>
          <a:xfrm>
            <a:off x="7641499" y="3523564"/>
            <a:ext cx="73741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4DEBA-91A2-9FC0-B246-3911E909E47F}"/>
              </a:ext>
            </a:extLst>
          </p:cNvPr>
          <p:cNvSpPr txBox="1"/>
          <p:nvPr/>
        </p:nvSpPr>
        <p:spPr>
          <a:xfrm>
            <a:off x="8496907" y="2944647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Covariates Estimates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D3CE0-5E45-364F-84E2-F16485A9A7B0}"/>
              </a:ext>
            </a:extLst>
          </p:cNvPr>
          <p:cNvSpPr txBox="1"/>
          <p:nvPr/>
        </p:nvSpPr>
        <p:spPr>
          <a:xfrm>
            <a:off x="9706273" y="3350199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Continuous Outcomes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E80FC-6013-C466-58FB-F063B9A6ED9D}"/>
              </a:ext>
            </a:extLst>
          </p:cNvPr>
          <p:cNvSpPr txBox="1"/>
          <p:nvPr/>
        </p:nvSpPr>
        <p:spPr>
          <a:xfrm>
            <a:off x="8420709" y="3708230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Binary Outcomes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76288-3000-39DC-2A90-A85E5D2FDFC7}"/>
              </a:ext>
            </a:extLst>
          </p:cNvPr>
          <p:cNvSpPr txBox="1"/>
          <p:nvPr/>
        </p:nvSpPr>
        <p:spPr>
          <a:xfrm>
            <a:off x="9706273" y="3996530"/>
            <a:ext cx="114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Survival Times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51026-82BF-8E99-E44F-A22ABCD6086E}"/>
              </a:ext>
            </a:extLst>
          </p:cNvPr>
          <p:cNvSpPr txBox="1"/>
          <p:nvPr/>
        </p:nvSpPr>
        <p:spPr>
          <a:xfrm>
            <a:off x="6139623" y="2735062"/>
            <a:ext cx="1084280" cy="369332"/>
          </a:xfrm>
          <a:custGeom>
            <a:avLst/>
            <a:gdLst>
              <a:gd name="connsiteX0" fmla="*/ 0 w 1084280"/>
              <a:gd name="connsiteY0" fmla="*/ 0 h 369332"/>
              <a:gd name="connsiteX1" fmla="*/ 531297 w 1084280"/>
              <a:gd name="connsiteY1" fmla="*/ 0 h 369332"/>
              <a:gd name="connsiteX2" fmla="*/ 1084280 w 1084280"/>
              <a:gd name="connsiteY2" fmla="*/ 0 h 369332"/>
              <a:gd name="connsiteX3" fmla="*/ 1084280 w 1084280"/>
              <a:gd name="connsiteY3" fmla="*/ 369332 h 369332"/>
              <a:gd name="connsiteX4" fmla="*/ 542140 w 1084280"/>
              <a:gd name="connsiteY4" fmla="*/ 369332 h 369332"/>
              <a:gd name="connsiteX5" fmla="*/ 0 w 1084280"/>
              <a:gd name="connsiteY5" fmla="*/ 369332 h 369332"/>
              <a:gd name="connsiteX6" fmla="*/ 0 w 1084280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280" h="369332" extrusionOk="0">
                <a:moveTo>
                  <a:pt x="0" y="0"/>
                </a:moveTo>
                <a:cubicBezTo>
                  <a:pt x="149202" y="-22577"/>
                  <a:pt x="323975" y="1651"/>
                  <a:pt x="531297" y="0"/>
                </a:cubicBezTo>
                <a:cubicBezTo>
                  <a:pt x="738619" y="-1651"/>
                  <a:pt x="875837" y="1138"/>
                  <a:pt x="1084280" y="0"/>
                </a:cubicBezTo>
                <a:cubicBezTo>
                  <a:pt x="1079003" y="78977"/>
                  <a:pt x="1087096" y="271296"/>
                  <a:pt x="1084280" y="369332"/>
                </a:cubicBezTo>
                <a:cubicBezTo>
                  <a:pt x="964410" y="356465"/>
                  <a:pt x="701259" y="362550"/>
                  <a:pt x="542140" y="369332"/>
                </a:cubicBezTo>
                <a:cubicBezTo>
                  <a:pt x="383021" y="376114"/>
                  <a:pt x="127236" y="378636"/>
                  <a:pt x="0" y="369332"/>
                </a:cubicBezTo>
                <a:cubicBezTo>
                  <a:pt x="-2324" y="217080"/>
                  <a:pt x="-5834" y="8844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DGM Co.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7D565E-2FED-3DCC-1E6F-B4C0265786AB}"/>
              </a:ext>
            </a:extLst>
          </p:cNvPr>
          <p:cNvCxnSpPr/>
          <p:nvPr/>
        </p:nvCxnSpPr>
        <p:spPr>
          <a:xfrm>
            <a:off x="6977823" y="3104394"/>
            <a:ext cx="0" cy="39425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63028A-9B17-2C43-D76C-72C369CE7D1A}"/>
              </a:ext>
            </a:extLst>
          </p:cNvPr>
          <p:cNvCxnSpPr>
            <a:cxnSpLocks/>
          </p:cNvCxnSpPr>
          <p:nvPr/>
        </p:nvCxnSpPr>
        <p:spPr>
          <a:xfrm>
            <a:off x="6451798" y="3104394"/>
            <a:ext cx="0" cy="28650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7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C1386D4-6EA2-CFA7-840A-E86E0EB0E485}"/>
              </a:ext>
            </a:extLst>
          </p:cNvPr>
          <p:cNvGrpSpPr/>
          <p:nvPr/>
        </p:nvGrpSpPr>
        <p:grpSpPr>
          <a:xfrm>
            <a:off x="515956" y="0"/>
            <a:ext cx="4320449" cy="4320449"/>
            <a:chOff x="515956" y="0"/>
            <a:chExt cx="4320449" cy="4320449"/>
          </a:xfrm>
        </p:grpSpPr>
        <p:pic>
          <p:nvPicPr>
            <p:cNvPr id="3" name="Graphic 2" descr="Target with solid fill">
              <a:extLst>
                <a:ext uri="{FF2B5EF4-FFF2-40B4-BE49-F238E27FC236}">
                  <a16:creationId xmlns:a16="http://schemas.microsoft.com/office/drawing/2014/main" id="{6BFB8246-1335-FCB8-D8A3-E6016E9D3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4B5740-1C84-1F39-8A59-24CDC8495DBC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5A2E201-3244-1C85-3954-685EB9E27CC2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B87FF0-BD79-8D48-EF8F-FE72C33B03DB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C35EC2-0914-1F3E-49C6-72DA9C3A4E75}"/>
              </a:ext>
            </a:extLst>
          </p:cNvPr>
          <p:cNvGrpSpPr/>
          <p:nvPr/>
        </p:nvGrpSpPr>
        <p:grpSpPr>
          <a:xfrm>
            <a:off x="5195372" y="-1"/>
            <a:ext cx="4320449" cy="4320449"/>
            <a:chOff x="515956" y="0"/>
            <a:chExt cx="4320449" cy="4320449"/>
          </a:xfrm>
        </p:grpSpPr>
        <p:pic>
          <p:nvPicPr>
            <p:cNvPr id="14" name="Graphic 13" descr="Target with solid fill">
              <a:extLst>
                <a:ext uri="{FF2B5EF4-FFF2-40B4-BE49-F238E27FC236}">
                  <a16:creationId xmlns:a16="http://schemas.microsoft.com/office/drawing/2014/main" id="{928D2C1B-E41D-CEBE-D888-394D1B285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7CCECF-FD5F-D242-4B01-692798BC1732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31B5FC7-18BC-A96B-EDBF-43095BF28AD2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630CB0-F8D9-3564-0AA0-0E253C0DBF96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9019E3D-C8E1-7A9E-7DA1-5D1978DB1E3B}"/>
              </a:ext>
            </a:extLst>
          </p:cNvPr>
          <p:cNvSpPr/>
          <p:nvPr/>
        </p:nvSpPr>
        <p:spPr>
          <a:xfrm>
            <a:off x="8025234" y="748700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5E784E-15A1-F1C3-70D2-1C6C8585B0FA}"/>
              </a:ext>
            </a:extLst>
          </p:cNvPr>
          <p:cNvGrpSpPr/>
          <p:nvPr/>
        </p:nvGrpSpPr>
        <p:grpSpPr>
          <a:xfrm>
            <a:off x="2855664" y="2811874"/>
            <a:ext cx="4320449" cy="4320449"/>
            <a:chOff x="515956" y="0"/>
            <a:chExt cx="4320449" cy="4320449"/>
          </a:xfrm>
        </p:grpSpPr>
        <p:pic>
          <p:nvPicPr>
            <p:cNvPr id="20" name="Graphic 19" descr="Target with solid fill">
              <a:extLst>
                <a:ext uri="{FF2B5EF4-FFF2-40B4-BE49-F238E27FC236}">
                  <a16:creationId xmlns:a16="http://schemas.microsoft.com/office/drawing/2014/main" id="{3E1396E0-CD02-9FC8-BEA1-83DA9AC48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C14137B-B5BA-D2F7-023A-365BAD32A178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DB11F01-64F1-F4A2-2EE8-30706215C965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57293-D0C5-F158-5540-B7608E4AAA73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36628EA-A87D-A611-08D4-F214EB645E15}"/>
              </a:ext>
            </a:extLst>
          </p:cNvPr>
          <p:cNvSpPr/>
          <p:nvPr/>
        </p:nvSpPr>
        <p:spPr>
          <a:xfrm>
            <a:off x="5879864" y="1837608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6C769C-F589-6702-2383-C459837643AA}"/>
              </a:ext>
            </a:extLst>
          </p:cNvPr>
          <p:cNvSpPr/>
          <p:nvPr/>
        </p:nvSpPr>
        <p:spPr>
          <a:xfrm>
            <a:off x="8159897" y="2636436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7BD458-5490-A351-5A77-B147F94C3FAF}"/>
              </a:ext>
            </a:extLst>
          </p:cNvPr>
          <p:cNvSpPr/>
          <p:nvPr/>
        </p:nvSpPr>
        <p:spPr>
          <a:xfrm>
            <a:off x="5067284" y="4104436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E259E0-3EB4-88DA-E843-459BBBEDF5C5}"/>
              </a:ext>
            </a:extLst>
          </p:cNvPr>
          <p:cNvSpPr/>
          <p:nvPr/>
        </p:nvSpPr>
        <p:spPr>
          <a:xfrm>
            <a:off x="4152783" y="4745073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D356AF-C6DC-2A59-A127-9A20816963C0}"/>
              </a:ext>
            </a:extLst>
          </p:cNvPr>
          <p:cNvSpPr/>
          <p:nvPr/>
        </p:nvSpPr>
        <p:spPr>
          <a:xfrm>
            <a:off x="5293158" y="5297681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FFB508-3520-2763-A24A-8C0484F9F588}"/>
              </a:ext>
            </a:extLst>
          </p:cNvPr>
          <p:cNvGrpSpPr/>
          <p:nvPr/>
        </p:nvGrpSpPr>
        <p:grpSpPr>
          <a:xfrm>
            <a:off x="3536387" y="1551007"/>
            <a:ext cx="5433030" cy="2559613"/>
            <a:chOff x="3536387" y="1551007"/>
            <a:chExt cx="5433030" cy="2559613"/>
          </a:xfrm>
          <a:noFill/>
        </p:grpSpPr>
        <p:pic>
          <p:nvPicPr>
            <p:cNvPr id="8194" name="Picture 2" descr="Boxing Fighter - Free sports icons">
              <a:extLst>
                <a:ext uri="{FF2B5EF4-FFF2-40B4-BE49-F238E27FC236}">
                  <a16:creationId xmlns:a16="http://schemas.microsoft.com/office/drawing/2014/main" id="{CC5EAE40-25C4-DCDF-DEF3-6E63C3F56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6387" y="1551007"/>
              <a:ext cx="2559613" cy="2559613"/>
            </a:xfrm>
            <a:prstGeom prst="rect">
              <a:avLst/>
            </a:prstGeom>
            <a:grpFill/>
          </p:spPr>
        </p:pic>
        <p:pic>
          <p:nvPicPr>
            <p:cNvPr id="2" name="Picture 2" descr="Boxing Fighter - Free sports icons">
              <a:extLst>
                <a:ext uri="{FF2B5EF4-FFF2-40B4-BE49-F238E27FC236}">
                  <a16:creationId xmlns:a16="http://schemas.microsoft.com/office/drawing/2014/main" id="{4DF93A9A-CE15-E6A8-3B53-ABC347B7E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409804" y="1551007"/>
              <a:ext cx="2559613" cy="2559613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94078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5225-D797-A929-A1E0-F1F57582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D88F0D-7C7C-37F1-2310-D2C4A9DB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665" y="1327568"/>
            <a:ext cx="1625600" cy="1625600"/>
          </a:xfrm>
          <a:prstGeom prst="rect">
            <a:avLst/>
          </a:prstGeo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BB226D-4745-1802-D255-91618A6F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736" y="1327568"/>
            <a:ext cx="1625600" cy="1625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0A1B74-D27D-A318-3D69-4A4CB8C0DF1D}"/>
              </a:ext>
            </a:extLst>
          </p:cNvPr>
          <p:cNvSpPr txBox="1"/>
          <p:nvPr/>
        </p:nvSpPr>
        <p:spPr>
          <a:xfrm>
            <a:off x="5718048" y="1755648"/>
            <a:ext cx="1036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3237EB-BB8A-B71A-0E65-A5B5C1F93E87}"/>
                  </a:ext>
                </a:extLst>
              </p:cNvPr>
              <p:cNvSpPr txBox="1"/>
              <p:nvPr/>
            </p:nvSpPr>
            <p:spPr>
              <a:xfrm>
                <a:off x="3109646" y="2953168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3237EB-BB8A-B71A-0E65-A5B5C1F93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646" y="2953168"/>
                <a:ext cx="2221638" cy="523220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48C15C-D311-3C8E-941B-9BAFB0B15E0E}"/>
                  </a:ext>
                </a:extLst>
              </p:cNvPr>
              <p:cNvSpPr txBox="1"/>
              <p:nvPr/>
            </p:nvSpPr>
            <p:spPr>
              <a:xfrm>
                <a:off x="6860718" y="2953168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48C15C-D311-3C8E-941B-9BAFB0B15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18" y="2953168"/>
                <a:ext cx="2221638" cy="523220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86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BC25-303C-DFAC-C046-DB18E7E5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D7F66D1-6147-0932-59C0-562CAF20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042" y="1951238"/>
            <a:ext cx="2036940" cy="2036940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2EB91B-D34A-8671-C0FD-FF389BB9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226" y="1951238"/>
            <a:ext cx="2036940" cy="20369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D47D4B-D224-F29C-5237-6FB8D09689F0}"/>
              </a:ext>
            </a:extLst>
          </p:cNvPr>
          <p:cNvSpPr txBox="1"/>
          <p:nvPr/>
        </p:nvSpPr>
        <p:spPr>
          <a:xfrm>
            <a:off x="5132444" y="2584987"/>
            <a:ext cx="1036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F135F8-9ED5-2EC5-61A7-AB3C5B7F9290}"/>
                  </a:ext>
                </a:extLst>
              </p:cNvPr>
              <p:cNvSpPr txBox="1"/>
              <p:nvPr/>
            </p:nvSpPr>
            <p:spPr>
              <a:xfrm>
                <a:off x="2524042" y="3782508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F135F8-9ED5-2EC5-61A7-AB3C5B7F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042" y="3782508"/>
                <a:ext cx="2221638" cy="523220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5FAB48-DBBF-410B-5B66-564AE3B162B3}"/>
                  </a:ext>
                </a:extLst>
              </p:cNvPr>
              <p:cNvSpPr txBox="1"/>
              <p:nvPr/>
            </p:nvSpPr>
            <p:spPr>
              <a:xfrm>
                <a:off x="6647877" y="3782508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5FAB48-DBBF-410B-5B66-564AE3B16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877" y="3782508"/>
                <a:ext cx="2221638" cy="523220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970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5685-B056-0D7F-ED33-0C940B7A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85E4303-AF96-B561-B23F-3C89DAF9A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65" y="825228"/>
            <a:ext cx="3752088" cy="3752088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5501B1-AF01-5643-15DD-CECDEE27E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49" y="825228"/>
            <a:ext cx="3752088" cy="3752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EF1236-5C5A-68D6-627C-ECAAFAB117A2}"/>
              </a:ext>
            </a:extLst>
          </p:cNvPr>
          <p:cNvSpPr txBox="1"/>
          <p:nvPr/>
        </p:nvSpPr>
        <p:spPr>
          <a:xfrm>
            <a:off x="5577841" y="2316551"/>
            <a:ext cx="1036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D42CE-1322-BC0E-0C06-EE0C28FE45C6}"/>
                  </a:ext>
                </a:extLst>
              </p:cNvPr>
              <p:cNvSpPr txBox="1"/>
              <p:nvPr/>
            </p:nvSpPr>
            <p:spPr>
              <a:xfrm>
                <a:off x="2165488" y="4315706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D42CE-1322-BC0E-0C06-EE0C28FE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488" y="4315706"/>
                <a:ext cx="2221638" cy="523220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4DB5F8-AF02-0360-EF2B-30858476E324}"/>
                  </a:ext>
                </a:extLst>
              </p:cNvPr>
              <p:cNvSpPr txBox="1"/>
              <p:nvPr/>
            </p:nvSpPr>
            <p:spPr>
              <a:xfrm>
                <a:off x="7804874" y="4315706"/>
                <a:ext cx="22216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4DB5F8-AF02-0360-EF2B-30858476E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874" y="4315706"/>
                <a:ext cx="2221638" cy="523220"/>
              </a:xfrm>
              <a:prstGeom prst="rect">
                <a:avLst/>
              </a:prstGeom>
              <a:blipFill>
                <a:blip r:embed="rId4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65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">
            <a:extLst>
              <a:ext uri="{FF2B5EF4-FFF2-40B4-BE49-F238E27FC236}">
                <a16:creationId xmlns:a16="http://schemas.microsoft.com/office/drawing/2014/main" id="{13FA10C0-D725-E2C7-A513-5BDD8D015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890994"/>
              </p:ext>
            </p:extLst>
          </p:nvPr>
        </p:nvGraphicFramePr>
        <p:xfrm>
          <a:off x="5314460" y="2145168"/>
          <a:ext cx="6704625" cy="3310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">
            <a:extLst>
              <a:ext uri="{FF2B5EF4-FFF2-40B4-BE49-F238E27FC236}">
                <a16:creationId xmlns:a16="http://schemas.microsoft.com/office/drawing/2014/main" id="{4B9A2FCD-54AA-3C41-4E40-3B1F2CF1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this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6852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E4ABA86-AFB5-7B73-8384-570B019D6C0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/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9394884-670C-8A61-70B0-978E7260D2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1" y="-214184"/>
            <a:ext cx="12461813" cy="3790815"/>
            <a:chOff x="-8171" y="-214184"/>
            <a:chExt cx="12461813" cy="3790815"/>
          </a:xfrm>
        </p:grpSpPr>
        <p:pic>
          <p:nvPicPr>
            <p:cNvPr id="6" name="Curve">
              <a:extLst>
                <a:ext uri="{FF2B5EF4-FFF2-40B4-BE49-F238E27FC236}">
                  <a16:creationId xmlns:a16="http://schemas.microsoft.com/office/drawing/2014/main" id="{4B145556-C34D-0A7E-FEAA-8279605635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87477" y="-214184"/>
              <a:ext cx="2066165" cy="3790815"/>
            </a:xfrm>
            <a:prstGeom prst="rect">
              <a:avLst/>
            </a:prstGeom>
          </p:spPr>
        </p:pic>
        <p:sp>
          <p:nvSpPr>
            <p:cNvPr id="7" name="Gradient overlay">
              <a:extLst>
                <a:ext uri="{FF2B5EF4-FFF2-40B4-BE49-F238E27FC236}">
                  <a16:creationId xmlns:a16="http://schemas.microsoft.com/office/drawing/2014/main" id="{BBF4A260-9609-C766-0148-09606B5717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1" y="1"/>
              <a:ext cx="12200169" cy="2099143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8" name="SU Logo">
              <a:extLst>
                <a:ext uri="{FF2B5EF4-FFF2-40B4-BE49-F238E27FC236}">
                  <a16:creationId xmlns:a16="http://schemas.microsoft.com/office/drawing/2014/main" id="{FF0CBA08-0C0D-34E3-8B57-1EEA0965320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1" name="Photo by ...">
            <a:extLst>
              <a:ext uri="{FF2B5EF4-FFF2-40B4-BE49-F238E27FC236}">
                <a16:creationId xmlns:a16="http://schemas.microsoft.com/office/drawing/2014/main" id="{B71CAEA3-7A36-C917-B9FD-CB9224C5AD22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69C26410-A061-FA65-B6D5-1CF6094FCB52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F79EAB59-C86C-9379-6C09-EEBA9941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4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22287" b="1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13873" b="10107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1166"/>
            <a:ext cx="12200169" cy="1864134"/>
            <a:chOff x="-8172" y="-1166"/>
            <a:chExt cx="12200169" cy="1864134"/>
          </a:xfrm>
        </p:grpSpPr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1792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10099696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B809E8A-E315-6D8E-E219-76F9A7E4C22E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85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89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141"/>
            <a:ext cx="12192000" cy="6858001"/>
          </a:xfrm>
        </p:spPr>
      </p:pic>
      <p:sp>
        <p:nvSpPr>
          <p:cNvPr id="13" name="Gradient overlay">
            <a:extLst>
              <a:ext uri="{FF2B5EF4-FFF2-40B4-BE49-F238E27FC236}">
                <a16:creationId xmlns:a16="http://schemas.microsoft.com/office/drawing/2014/main" id="{93E936C3-28A7-8429-E94E-07015385EE95}"/>
              </a:ext>
            </a:extLst>
          </p:cNvPr>
          <p:cNvSpPr/>
          <p:nvPr/>
        </p:nvSpPr>
        <p:spPr>
          <a:xfrm rot="10800000">
            <a:off x="0" y="-1"/>
            <a:ext cx="12192000" cy="4170948"/>
          </a:xfrm>
          <a:prstGeom prst="rect">
            <a:avLst/>
          </a:prstGeom>
          <a:gradFill flip="none" rotWithShape="1">
            <a:gsLst>
              <a:gs pos="49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S-curve gradient">
            <a:extLst>
              <a:ext uri="{FF2B5EF4-FFF2-40B4-BE49-F238E27FC236}">
                <a16:creationId xmlns:a16="http://schemas.microsoft.com/office/drawing/2014/main" id="{79C8A4B1-63C6-5FAF-271A-82619DAE3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3942" y="-4127"/>
            <a:ext cx="2292016" cy="6876048"/>
          </a:xfrm>
          <a:prstGeom prst="rect">
            <a:avLst/>
          </a:prstGeom>
        </p:spPr>
      </p:pic>
      <p:sp>
        <p:nvSpPr>
          <p:cNvPr id="7" name="Photo by ...">
            <a:extLst>
              <a:ext uri="{FF2B5EF4-FFF2-40B4-BE49-F238E27FC236}">
                <a16:creationId xmlns:a16="http://schemas.microsoft.com/office/drawing/2014/main" id="{C0603B7B-8BFA-5F77-1596-F4D163FDB416}"/>
              </a:ext>
            </a:extLst>
          </p:cNvPr>
          <p:cNvSpPr txBox="1"/>
          <p:nvPr/>
        </p:nvSpPr>
        <p:spPr>
          <a:xfrm>
            <a:off x="97755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16" name="SU shape">
            <a:extLst>
              <a:ext uri="{FF2B5EF4-FFF2-40B4-BE49-F238E27FC236}">
                <a16:creationId xmlns:a16="http://schemas.microsoft.com/office/drawing/2014/main" id="{65DA8013-B454-F278-F289-FE3F1FD163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154" y="0"/>
            <a:ext cx="4257147" cy="5523376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2357F7A4-9870-AA02-EFC4-48BC4B885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436" y="211526"/>
            <a:ext cx="3662583" cy="1980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29413A93-E805-8BE3-9EAD-3AB74A76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86" y="2403052"/>
            <a:ext cx="3391082" cy="24791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46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4FFE449-1C3B-01CC-7662-791ABA5935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4127"/>
            <a:ext cx="12192000" cy="6876048"/>
            <a:chOff x="0" y="-4127"/>
            <a:chExt cx="12192000" cy="6876048"/>
          </a:xfrm>
        </p:grpSpPr>
        <p:sp>
          <p:nvSpPr>
            <p:cNvPr id="15" name="Gradient overlay">
              <a:extLst>
                <a:ext uri="{FF2B5EF4-FFF2-40B4-BE49-F238E27FC236}">
                  <a16:creationId xmlns:a16="http://schemas.microsoft.com/office/drawing/2014/main" id="{220870BA-A4FC-B2D1-D813-E4FAF26D46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0" y="0"/>
              <a:ext cx="12192000" cy="5481563"/>
            </a:xfrm>
            <a:prstGeom prst="rect">
              <a:avLst/>
            </a:prstGeom>
            <a:gradFill flip="none" rotWithShape="1">
              <a:gsLst>
                <a:gs pos="65000">
                  <a:schemeClr val="bg1">
                    <a:alpha val="0"/>
                    <a:lumMod val="0"/>
                  </a:schemeClr>
                </a:gs>
                <a:gs pos="100000">
                  <a:srgbClr val="002060">
                    <a:alpha val="7800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" name="SU Logo">
              <a:extLst>
                <a:ext uri="{FF2B5EF4-FFF2-40B4-BE49-F238E27FC236}">
                  <a16:creationId xmlns:a16="http://schemas.microsoft.com/office/drawing/2014/main" id="{12C25614-8E2A-291F-996F-AB602CE7422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34" y="-3"/>
              <a:ext cx="3501102" cy="1892703"/>
            </a:xfrm>
            <a:prstGeom prst="rect">
              <a:avLst/>
            </a:prstGeom>
          </p:spPr>
        </p:pic>
        <p:pic>
          <p:nvPicPr>
            <p:cNvPr id="12" name="S-curve gradient">
              <a:extLst>
                <a:ext uri="{FF2B5EF4-FFF2-40B4-BE49-F238E27FC236}">
                  <a16:creationId xmlns:a16="http://schemas.microsoft.com/office/drawing/2014/main" id="{6198F203-16D2-D77D-B20E-418754924C6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83942" y="-4127"/>
              <a:ext cx="2292016" cy="6876048"/>
            </a:xfrm>
            <a:prstGeom prst="rect">
              <a:avLst/>
            </a:prstGeom>
          </p:spPr>
        </p:pic>
      </p:grpSp>
      <p:sp>
        <p:nvSpPr>
          <p:cNvPr id="6" name="Photo by ...">
            <a:extLst>
              <a:ext uri="{FF2B5EF4-FFF2-40B4-BE49-F238E27FC236}">
                <a16:creationId xmlns:a16="http://schemas.microsoft.com/office/drawing/2014/main" id="{EFB02AE2-97DE-9EFF-E211-6EBD74D30C9C}"/>
              </a:ext>
            </a:extLst>
          </p:cNvPr>
          <p:cNvSpPr txBox="1"/>
          <p:nvPr/>
        </p:nvSpPr>
        <p:spPr>
          <a:xfrm>
            <a:off x="967925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4" name="SU shape">
            <a:extLst>
              <a:ext uri="{FF2B5EF4-FFF2-40B4-BE49-F238E27FC236}">
                <a16:creationId xmlns:a16="http://schemas.microsoft.com/office/drawing/2014/main" id="{CF29DF52-B673-3D5C-2DCC-A5208C2490BC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3EA34B3-E00F-36C4-E541-860C2C84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42" y="3076725"/>
            <a:ext cx="4474069" cy="21609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9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2" name="SU Logo">
            <a:extLst>
              <a:ext uri="{FF2B5EF4-FFF2-40B4-BE49-F238E27FC236}">
                <a16:creationId xmlns:a16="http://schemas.microsoft.com/office/drawing/2014/main" id="{9C2668E0-3430-57B6-5CC7-8EDEE8276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291" y="17847"/>
            <a:ext cx="3662576" cy="1980000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C52FDAB3-03F9-2B9B-48BF-76A030424234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B481A30-8CDB-A80F-9DBE-280426E54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250668"/>
            <a:ext cx="6882063" cy="2332255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45EB710F-6EC3-2327-82C4-1181506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17" y="3688751"/>
            <a:ext cx="6368746" cy="14560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97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86A4-A253-B1B7-CE1A-71EC9DF9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EA8E9F-221C-A268-D0EB-1801A1ED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7EAE-FD2B-8FF0-D312-621CA077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B1E7-DB65-0B9A-9C49-96DCFBDD1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3846-E3F3-71CC-780C-A5AF3151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72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9282B-1042-897A-01BB-0D5A4AFBABC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D3E1D-D1B6-4D7C-7087-C75929C9FA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5D8C-7357-CE63-E898-8BF3C932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2DC60-25AC-3C63-F6BD-D9BB909D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6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5C92-23FC-326E-66A5-3E720B317C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F5D74-A706-5229-F6C0-74085814A3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02A649-0921-0032-F140-7765F8046F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C39445-2A0C-F5DB-243B-F5A85B92C7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2CB9A5-B4D4-3E4F-E274-5F3138907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FB86B9-1194-E556-BD97-91FF92EB1A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5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1D46-B5A4-E952-BEC6-59847C13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135B-BE1F-DB73-5D80-410645DC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8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A9AD26-5C2D-E423-4C91-EE76C2CD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17AAC2-291D-74C2-3452-92956ADD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8E374-1C92-009F-E25B-A2DF743ED2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0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A9C53C-6F23-970A-E1B6-1AA77166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391F06-AAB4-CDF2-50EC-8CB93A40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4453D6-5F7C-4878-F035-4E94CA7B3D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C26049-4752-4EBE-B283-4BCAD71BA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6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0A28-142F-7FC9-8109-7AF24003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FFA18-C11E-7F7C-24A2-A5008661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15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2A1A-233C-2C90-1172-EA8E0E4A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1B8EA-FC4E-C4B5-7EBA-2883F097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01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4996-602E-D59E-ADA2-63BD514D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28071-9B53-AB83-D0CE-048519B7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57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DCC0-5F75-98C0-A8AA-1E7822430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7DCCF-BC7B-FB7B-C0B1-94966B44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44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9A20-1391-2DEE-82CD-D340AF7D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24EDC-3666-D7E5-D4BE-7C6DA241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D213-8CC8-7F4E-3479-C62BEF68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B5198-AA04-0582-6577-E4119A0E0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B1D09-BE39-A4D4-5A26-FCBA9816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0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0866C-C94F-E9A9-C79F-ACF48FEA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B2F70-43A8-D96B-66E6-4F76066B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87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192000" cy="6858001"/>
          </a:xfrm>
        </p:spPr>
      </p:pic>
      <p:sp>
        <p:nvSpPr>
          <p:cNvPr id="8" name="Gradient overlay">
            <a:extLst>
              <a:ext uri="{FF2B5EF4-FFF2-40B4-BE49-F238E27FC236}">
                <a16:creationId xmlns:a16="http://schemas.microsoft.com/office/drawing/2014/main" id="{5C8CCE4E-9413-B805-787D-34923EF4E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2192000" cy="5481563"/>
          </a:xfrm>
          <a:prstGeom prst="rect">
            <a:avLst/>
          </a:prstGeom>
          <a:gradFill flip="none" rotWithShape="1">
            <a:gsLst>
              <a:gs pos="65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4B73022E-5F4F-18DD-7759-B0DFF0C308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430" y="207438"/>
            <a:ext cx="3299830" cy="1784778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A0FA73F9-9E44-FB66-0804-16DE754A55B0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SU shape">
            <a:extLst>
              <a:ext uri="{FF2B5EF4-FFF2-40B4-BE49-F238E27FC236}">
                <a16:creationId xmlns:a16="http://schemas.microsoft.com/office/drawing/2014/main" id="{532E9563-8D89-9328-3C96-46F8DD94944D}"/>
              </a:ext>
            </a:extLst>
          </p:cNvPr>
          <p:cNvSpPr/>
          <p:nvPr/>
        </p:nvSpPr>
        <p:spPr>
          <a:xfrm>
            <a:off x="0" y="2200569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">
            <a:extLst>
              <a:ext uri="{FF2B5EF4-FFF2-40B4-BE49-F238E27FC236}">
                <a16:creationId xmlns:a16="http://schemas.microsoft.com/office/drawing/2014/main" id="{ADB32871-EA4C-08B1-6E04-C142128A7B2A}"/>
              </a:ext>
            </a:extLst>
          </p:cNvPr>
          <p:cNvSpPr txBox="1">
            <a:spLocks/>
          </p:cNvSpPr>
          <p:nvPr/>
        </p:nvSpPr>
        <p:spPr>
          <a:xfrm>
            <a:off x="882075" y="2700956"/>
            <a:ext cx="2799378" cy="1456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5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HS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005F61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FECBF6-358A-4339-A5BD-C273651EFD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43196</TotalTime>
  <Words>1114</Words>
  <Application>Microsoft Macintosh PowerPoint</Application>
  <PresentationFormat>Widescreen</PresentationFormat>
  <Paragraphs>188</Paragraphs>
  <Slides>36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-apple-system</vt:lpstr>
      <vt:lpstr>Arial</vt:lpstr>
      <vt:lpstr>Calibri</vt:lpstr>
      <vt:lpstr>Cambria Math</vt:lpstr>
      <vt:lpstr>Raleway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this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Enkosi Dankie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Van Twisk, A, Mr [22565361@sun.ac.za]</cp:lastModifiedBy>
  <cp:revision>743</cp:revision>
  <dcterms:created xsi:type="dcterms:W3CDTF">2021-09-15T08:20:16Z</dcterms:created>
  <dcterms:modified xsi:type="dcterms:W3CDTF">2025-10-16T14:53:49Z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